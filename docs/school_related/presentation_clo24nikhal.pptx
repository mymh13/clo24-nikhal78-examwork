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9" r:id="rId4"/>
    <p:sldId id="260" r:id="rId5"/>
    <p:sldId id="261" r:id="rId6"/>
    <p:sldId id="262" r:id="rId7"/>
    <p:sldId id="263" r:id="rId8"/>
    <p:sldId id="264" r:id="rId9"/>
    <p:sldId id="267" r:id="rId10"/>
    <p:sldId id="258" r:id="rId11"/>
    <p:sldId id="265" r:id="rId12"/>
    <p:sldId id="266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A0A0A0"/>
    <a:srgbClr val="3A3A3A"/>
    <a:srgbClr val="4EC9B0"/>
    <a:srgbClr val="E0E0E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48" d="100"/>
          <a:sy n="148" d="100"/>
        </p:scale>
        <p:origin x="138" y="16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8E4872E6-30D1-40D0-8F86-62611534F165}" type="doc">
      <dgm:prSet loTypeId="urn:microsoft.com/office/officeart/2005/8/layout/process1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SE"/>
        </a:p>
      </dgm:t>
    </dgm:pt>
    <dgm:pt modelId="{75FE6C0A-5FF1-45BC-9FD7-9BC843C706B7}" type="pres">
      <dgm:prSet presAssocID="{8E4872E6-30D1-40D0-8F86-62611534F165}" presName="Name0" presStyleCnt="0">
        <dgm:presLayoutVars>
          <dgm:dir/>
          <dgm:resizeHandles val="exact"/>
        </dgm:presLayoutVars>
      </dgm:prSet>
      <dgm:spPr/>
    </dgm:pt>
  </dgm:ptLst>
  <dgm:cxnLst>
    <dgm:cxn modelId="{7D3CF270-ADC8-44A8-B620-3FFA852553BC}" type="presOf" srcId="{8E4872E6-30D1-40D0-8F86-62611534F165}" destId="{75FE6C0A-5FF1-45BC-9FD7-9BC843C706B7}" srcOrd="0" destOrd="0" presId="urn:microsoft.com/office/officeart/2005/8/layout/process1"/>
  </dgm:cxnLst>
  <dgm:bg>
    <a:gradFill>
      <a:gsLst>
        <a:gs pos="0">
          <a:srgbClr val="3A3A3A"/>
        </a:gs>
        <a:gs pos="74000">
          <a:schemeClr val="accent1">
            <a:lumMod val="45000"/>
            <a:lumOff val="55000"/>
          </a:schemeClr>
        </a:gs>
        <a:gs pos="83000">
          <a:schemeClr val="accent1">
            <a:lumMod val="45000"/>
            <a:lumOff val="55000"/>
          </a:schemeClr>
        </a:gs>
        <a:gs pos="100000">
          <a:schemeClr val="accent1">
            <a:lumMod val="30000"/>
            <a:lumOff val="70000"/>
          </a:schemeClr>
        </a:gs>
      </a:gsLst>
      <a:lin ang="5400000" scaled="1"/>
    </a:gradFill>
  </dgm:bg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0CC193C7-E991-4800-A506-D4A3CBC3119D}" type="doc">
      <dgm:prSet loTypeId="urn:microsoft.com/office/officeart/2005/8/layout/default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85895A63-1697-4DC7-AF91-2FF9558CA447}">
      <dgm:prSet/>
      <dgm:spPr/>
      <dgm:t>
        <a:bodyPr/>
        <a:lstStyle/>
        <a:p>
          <a:r>
            <a:rPr lang="en-US"/>
            <a:t>Iterativt arbete i faser</a:t>
          </a:r>
        </a:p>
      </dgm:t>
    </dgm:pt>
    <dgm:pt modelId="{9180D1FD-029A-4607-93CC-10A24731434A}" type="parTrans" cxnId="{DBC9FA52-A641-423F-9220-545A93E46389}">
      <dgm:prSet/>
      <dgm:spPr/>
      <dgm:t>
        <a:bodyPr/>
        <a:lstStyle/>
        <a:p>
          <a:endParaRPr lang="en-US"/>
        </a:p>
      </dgm:t>
    </dgm:pt>
    <dgm:pt modelId="{8D7DE015-EC11-4024-A01E-042334A32752}" type="sibTrans" cxnId="{DBC9FA52-A641-423F-9220-545A93E46389}">
      <dgm:prSet/>
      <dgm:spPr/>
      <dgm:t>
        <a:bodyPr/>
        <a:lstStyle/>
        <a:p>
          <a:endParaRPr lang="en-US"/>
        </a:p>
      </dgm:t>
    </dgm:pt>
    <dgm:pt modelId="{26180675-1E38-48F7-A6AC-BEC25E3A5A81}">
      <dgm:prSet/>
      <dgm:spPr/>
      <dgm:t>
        <a:bodyPr/>
        <a:lstStyle/>
        <a:p>
          <a:r>
            <a:rPr lang="en-US"/>
            <a:t>Varje fas bryts ner i delmoment</a:t>
          </a:r>
        </a:p>
      </dgm:t>
    </dgm:pt>
    <dgm:pt modelId="{202F95B7-EBD3-49B0-9105-B664DC3A6EFF}" type="parTrans" cxnId="{1877DC77-A25B-4ED7-A86D-530052251510}">
      <dgm:prSet/>
      <dgm:spPr/>
      <dgm:t>
        <a:bodyPr/>
        <a:lstStyle/>
        <a:p>
          <a:endParaRPr lang="en-US"/>
        </a:p>
      </dgm:t>
    </dgm:pt>
    <dgm:pt modelId="{4F76A86D-19FB-4CF5-9B7D-E15A84E0ACBD}" type="sibTrans" cxnId="{1877DC77-A25B-4ED7-A86D-530052251510}">
      <dgm:prSet/>
      <dgm:spPr/>
      <dgm:t>
        <a:bodyPr/>
        <a:lstStyle/>
        <a:p>
          <a:endParaRPr lang="en-US"/>
        </a:p>
      </dgm:t>
    </dgm:pt>
    <dgm:pt modelId="{3C4E6675-B772-4E77-9E4B-687673B26A5A}">
      <dgm:prSet/>
      <dgm:spPr/>
      <dgm:t>
        <a:bodyPr/>
        <a:lstStyle/>
        <a:p>
          <a:r>
            <a:rPr lang="en-US"/>
            <a:t>Simulerar agilt arbete utan formella sprints</a:t>
          </a:r>
        </a:p>
      </dgm:t>
    </dgm:pt>
    <dgm:pt modelId="{951719C5-A028-4E2A-8A56-555ED09360D8}" type="parTrans" cxnId="{1FE62E4B-4D60-4ABA-AE31-A746C50C74C0}">
      <dgm:prSet/>
      <dgm:spPr/>
      <dgm:t>
        <a:bodyPr/>
        <a:lstStyle/>
        <a:p>
          <a:endParaRPr lang="en-US"/>
        </a:p>
      </dgm:t>
    </dgm:pt>
    <dgm:pt modelId="{90655259-F962-445E-A6D9-B78740C8CC62}" type="sibTrans" cxnId="{1FE62E4B-4D60-4ABA-AE31-A746C50C74C0}">
      <dgm:prSet/>
      <dgm:spPr/>
      <dgm:t>
        <a:bodyPr/>
        <a:lstStyle/>
        <a:p>
          <a:endParaRPr lang="en-US"/>
        </a:p>
      </dgm:t>
    </dgm:pt>
    <dgm:pt modelId="{AC59D623-1CB2-426D-844A-0DDCE3CEE147}">
      <dgm:prSet/>
      <dgm:spPr/>
      <dgm:t>
        <a:bodyPr/>
        <a:lstStyle/>
        <a:p>
          <a:r>
            <a:rPr lang="en-US"/>
            <a:t>Dokumentation via ADR (Architecture Decision Records)</a:t>
          </a:r>
        </a:p>
      </dgm:t>
    </dgm:pt>
    <dgm:pt modelId="{ECDA4CB2-7DE9-4836-8186-3D5BB937FB99}" type="parTrans" cxnId="{5C3BF984-1FB8-4AC5-A874-EBC3D6AA885F}">
      <dgm:prSet/>
      <dgm:spPr/>
      <dgm:t>
        <a:bodyPr/>
        <a:lstStyle/>
        <a:p>
          <a:endParaRPr lang="en-US"/>
        </a:p>
      </dgm:t>
    </dgm:pt>
    <dgm:pt modelId="{00426E9C-D5BD-46F6-87CA-BB2926BD49B4}" type="sibTrans" cxnId="{5C3BF984-1FB8-4AC5-A874-EBC3D6AA885F}">
      <dgm:prSet/>
      <dgm:spPr/>
      <dgm:t>
        <a:bodyPr/>
        <a:lstStyle/>
        <a:p>
          <a:endParaRPr lang="en-US"/>
        </a:p>
      </dgm:t>
    </dgm:pt>
    <dgm:pt modelId="{C7B04E6E-A964-41DC-9EB0-417D5E4B0CA6}">
      <dgm:prSet/>
      <dgm:spPr/>
      <dgm:t>
        <a:bodyPr/>
        <a:lstStyle/>
        <a:p>
          <a:r>
            <a:rPr lang="en-US"/>
            <a:t>Kontinuerlig refaktorering och förbättring</a:t>
          </a:r>
        </a:p>
      </dgm:t>
    </dgm:pt>
    <dgm:pt modelId="{5D69C047-AAE6-4D81-9FDC-8C9A41C5D9EE}" type="parTrans" cxnId="{CD78AC46-2B5A-45E8-9169-D01F218F6FB2}">
      <dgm:prSet/>
      <dgm:spPr/>
      <dgm:t>
        <a:bodyPr/>
        <a:lstStyle/>
        <a:p>
          <a:endParaRPr lang="en-US"/>
        </a:p>
      </dgm:t>
    </dgm:pt>
    <dgm:pt modelId="{1951A684-E984-4017-923B-E3E7C482D46A}" type="sibTrans" cxnId="{CD78AC46-2B5A-45E8-9169-D01F218F6FB2}">
      <dgm:prSet/>
      <dgm:spPr/>
      <dgm:t>
        <a:bodyPr/>
        <a:lstStyle/>
        <a:p>
          <a:endParaRPr lang="en-US"/>
        </a:p>
      </dgm:t>
    </dgm:pt>
    <dgm:pt modelId="{16E0D334-8F3B-4EA6-B0AA-128D34D42A71}" type="pres">
      <dgm:prSet presAssocID="{0CC193C7-E991-4800-A506-D4A3CBC3119D}" presName="diagram" presStyleCnt="0">
        <dgm:presLayoutVars>
          <dgm:dir/>
          <dgm:resizeHandles val="exact"/>
        </dgm:presLayoutVars>
      </dgm:prSet>
      <dgm:spPr/>
    </dgm:pt>
    <dgm:pt modelId="{5B715046-C753-458D-8B7F-FF1518AF9F0B}" type="pres">
      <dgm:prSet presAssocID="{85895A63-1697-4DC7-AF91-2FF9558CA447}" presName="node" presStyleLbl="node1" presStyleIdx="0" presStyleCnt="5">
        <dgm:presLayoutVars>
          <dgm:bulletEnabled val="1"/>
        </dgm:presLayoutVars>
      </dgm:prSet>
      <dgm:spPr/>
    </dgm:pt>
    <dgm:pt modelId="{E7F8A29A-9DAC-4165-8FF3-9C0F8B35CC5E}" type="pres">
      <dgm:prSet presAssocID="{8D7DE015-EC11-4024-A01E-042334A32752}" presName="sibTrans" presStyleCnt="0"/>
      <dgm:spPr/>
    </dgm:pt>
    <dgm:pt modelId="{1DC23567-3D6A-487C-8A7E-ED52D966528B}" type="pres">
      <dgm:prSet presAssocID="{26180675-1E38-48F7-A6AC-BEC25E3A5A81}" presName="node" presStyleLbl="node1" presStyleIdx="1" presStyleCnt="5">
        <dgm:presLayoutVars>
          <dgm:bulletEnabled val="1"/>
        </dgm:presLayoutVars>
      </dgm:prSet>
      <dgm:spPr/>
    </dgm:pt>
    <dgm:pt modelId="{1377CB7D-F0E7-4E9D-9931-275B66EF56CF}" type="pres">
      <dgm:prSet presAssocID="{4F76A86D-19FB-4CF5-9B7D-E15A84E0ACBD}" presName="sibTrans" presStyleCnt="0"/>
      <dgm:spPr/>
    </dgm:pt>
    <dgm:pt modelId="{947B23C0-5620-4EC2-8F24-2F5D41782B89}" type="pres">
      <dgm:prSet presAssocID="{3C4E6675-B772-4E77-9E4B-687673B26A5A}" presName="node" presStyleLbl="node1" presStyleIdx="2" presStyleCnt="5">
        <dgm:presLayoutVars>
          <dgm:bulletEnabled val="1"/>
        </dgm:presLayoutVars>
      </dgm:prSet>
      <dgm:spPr/>
    </dgm:pt>
    <dgm:pt modelId="{4ED22B9D-99CD-4DBB-9EF1-D52601454DA7}" type="pres">
      <dgm:prSet presAssocID="{90655259-F962-445E-A6D9-B78740C8CC62}" presName="sibTrans" presStyleCnt="0"/>
      <dgm:spPr/>
    </dgm:pt>
    <dgm:pt modelId="{5D3DF557-199D-4E43-805B-EC1A4A35A8D3}" type="pres">
      <dgm:prSet presAssocID="{AC59D623-1CB2-426D-844A-0DDCE3CEE147}" presName="node" presStyleLbl="node1" presStyleIdx="3" presStyleCnt="5">
        <dgm:presLayoutVars>
          <dgm:bulletEnabled val="1"/>
        </dgm:presLayoutVars>
      </dgm:prSet>
      <dgm:spPr/>
    </dgm:pt>
    <dgm:pt modelId="{EE9157C0-887E-484E-A6D3-969D39947E2F}" type="pres">
      <dgm:prSet presAssocID="{00426E9C-D5BD-46F6-87CA-BB2926BD49B4}" presName="sibTrans" presStyleCnt="0"/>
      <dgm:spPr/>
    </dgm:pt>
    <dgm:pt modelId="{94CA5C45-FD30-4F9E-84A3-92F9637A8FDA}" type="pres">
      <dgm:prSet presAssocID="{C7B04E6E-A964-41DC-9EB0-417D5E4B0CA6}" presName="node" presStyleLbl="node1" presStyleIdx="4" presStyleCnt="5">
        <dgm:presLayoutVars>
          <dgm:bulletEnabled val="1"/>
        </dgm:presLayoutVars>
      </dgm:prSet>
      <dgm:spPr/>
    </dgm:pt>
  </dgm:ptLst>
  <dgm:cxnLst>
    <dgm:cxn modelId="{CCD81C2C-FA75-481A-B86A-6568E8761F0F}" type="presOf" srcId="{0CC193C7-E991-4800-A506-D4A3CBC3119D}" destId="{16E0D334-8F3B-4EA6-B0AA-128D34D42A71}" srcOrd="0" destOrd="0" presId="urn:microsoft.com/office/officeart/2005/8/layout/default"/>
    <dgm:cxn modelId="{CD78AC46-2B5A-45E8-9169-D01F218F6FB2}" srcId="{0CC193C7-E991-4800-A506-D4A3CBC3119D}" destId="{C7B04E6E-A964-41DC-9EB0-417D5E4B0CA6}" srcOrd="4" destOrd="0" parTransId="{5D69C047-AAE6-4D81-9FDC-8C9A41C5D9EE}" sibTransId="{1951A684-E984-4017-923B-E3E7C482D46A}"/>
    <dgm:cxn modelId="{1FE62E4B-4D60-4ABA-AE31-A746C50C74C0}" srcId="{0CC193C7-E991-4800-A506-D4A3CBC3119D}" destId="{3C4E6675-B772-4E77-9E4B-687673B26A5A}" srcOrd="2" destOrd="0" parTransId="{951719C5-A028-4E2A-8A56-555ED09360D8}" sibTransId="{90655259-F962-445E-A6D9-B78740C8CC62}"/>
    <dgm:cxn modelId="{DBC9FA52-A641-423F-9220-545A93E46389}" srcId="{0CC193C7-E991-4800-A506-D4A3CBC3119D}" destId="{85895A63-1697-4DC7-AF91-2FF9558CA447}" srcOrd="0" destOrd="0" parTransId="{9180D1FD-029A-4607-93CC-10A24731434A}" sibTransId="{8D7DE015-EC11-4024-A01E-042334A32752}"/>
    <dgm:cxn modelId="{6DF1E054-F292-4B15-B55C-453684B8A06D}" type="presOf" srcId="{26180675-1E38-48F7-A6AC-BEC25E3A5A81}" destId="{1DC23567-3D6A-487C-8A7E-ED52D966528B}" srcOrd="0" destOrd="0" presId="urn:microsoft.com/office/officeart/2005/8/layout/default"/>
    <dgm:cxn modelId="{1877DC77-A25B-4ED7-A86D-530052251510}" srcId="{0CC193C7-E991-4800-A506-D4A3CBC3119D}" destId="{26180675-1E38-48F7-A6AC-BEC25E3A5A81}" srcOrd="1" destOrd="0" parTransId="{202F95B7-EBD3-49B0-9105-B664DC3A6EFF}" sibTransId="{4F76A86D-19FB-4CF5-9B7D-E15A84E0ACBD}"/>
    <dgm:cxn modelId="{0E5BC37A-7063-4391-93EC-CCAE1CBA3BA1}" type="presOf" srcId="{C7B04E6E-A964-41DC-9EB0-417D5E4B0CA6}" destId="{94CA5C45-FD30-4F9E-84A3-92F9637A8FDA}" srcOrd="0" destOrd="0" presId="urn:microsoft.com/office/officeart/2005/8/layout/default"/>
    <dgm:cxn modelId="{5C3BF984-1FB8-4AC5-A874-EBC3D6AA885F}" srcId="{0CC193C7-E991-4800-A506-D4A3CBC3119D}" destId="{AC59D623-1CB2-426D-844A-0DDCE3CEE147}" srcOrd="3" destOrd="0" parTransId="{ECDA4CB2-7DE9-4836-8186-3D5BB937FB99}" sibTransId="{00426E9C-D5BD-46F6-87CA-BB2926BD49B4}"/>
    <dgm:cxn modelId="{69094189-376C-477E-8A7A-B0C3E6FEE9D7}" type="presOf" srcId="{AC59D623-1CB2-426D-844A-0DDCE3CEE147}" destId="{5D3DF557-199D-4E43-805B-EC1A4A35A8D3}" srcOrd="0" destOrd="0" presId="urn:microsoft.com/office/officeart/2005/8/layout/default"/>
    <dgm:cxn modelId="{256F63B5-C06C-418C-86A1-A5ACEFE83DA4}" type="presOf" srcId="{3C4E6675-B772-4E77-9E4B-687673B26A5A}" destId="{947B23C0-5620-4EC2-8F24-2F5D41782B89}" srcOrd="0" destOrd="0" presId="urn:microsoft.com/office/officeart/2005/8/layout/default"/>
    <dgm:cxn modelId="{DF432FBC-0247-4A3E-9ADF-D0E0D8B30879}" type="presOf" srcId="{85895A63-1697-4DC7-AF91-2FF9558CA447}" destId="{5B715046-C753-458D-8B7F-FF1518AF9F0B}" srcOrd="0" destOrd="0" presId="urn:microsoft.com/office/officeart/2005/8/layout/default"/>
    <dgm:cxn modelId="{2BADA7BA-DF55-4C88-9030-6F545005961C}" type="presParOf" srcId="{16E0D334-8F3B-4EA6-B0AA-128D34D42A71}" destId="{5B715046-C753-458D-8B7F-FF1518AF9F0B}" srcOrd="0" destOrd="0" presId="urn:microsoft.com/office/officeart/2005/8/layout/default"/>
    <dgm:cxn modelId="{68D182BF-84D0-4C55-9E25-7F9750EF4D7B}" type="presParOf" srcId="{16E0D334-8F3B-4EA6-B0AA-128D34D42A71}" destId="{E7F8A29A-9DAC-4165-8FF3-9C0F8B35CC5E}" srcOrd="1" destOrd="0" presId="urn:microsoft.com/office/officeart/2005/8/layout/default"/>
    <dgm:cxn modelId="{84F2C829-4FE4-4DA1-8059-372270796B88}" type="presParOf" srcId="{16E0D334-8F3B-4EA6-B0AA-128D34D42A71}" destId="{1DC23567-3D6A-487C-8A7E-ED52D966528B}" srcOrd="2" destOrd="0" presId="urn:microsoft.com/office/officeart/2005/8/layout/default"/>
    <dgm:cxn modelId="{B669A06A-4C86-4DD5-B8D3-60A7415A34D4}" type="presParOf" srcId="{16E0D334-8F3B-4EA6-B0AA-128D34D42A71}" destId="{1377CB7D-F0E7-4E9D-9931-275B66EF56CF}" srcOrd="3" destOrd="0" presId="urn:microsoft.com/office/officeart/2005/8/layout/default"/>
    <dgm:cxn modelId="{E7AE992E-98EC-483C-BE17-F92928D57181}" type="presParOf" srcId="{16E0D334-8F3B-4EA6-B0AA-128D34D42A71}" destId="{947B23C0-5620-4EC2-8F24-2F5D41782B89}" srcOrd="4" destOrd="0" presId="urn:microsoft.com/office/officeart/2005/8/layout/default"/>
    <dgm:cxn modelId="{581E1CFA-B5A0-4F59-89CE-62E3A796EBFC}" type="presParOf" srcId="{16E0D334-8F3B-4EA6-B0AA-128D34D42A71}" destId="{4ED22B9D-99CD-4DBB-9EF1-D52601454DA7}" srcOrd="5" destOrd="0" presId="urn:microsoft.com/office/officeart/2005/8/layout/default"/>
    <dgm:cxn modelId="{CFEB6BA3-9EAD-41B1-9C57-F3E56E7F8FDC}" type="presParOf" srcId="{16E0D334-8F3B-4EA6-B0AA-128D34D42A71}" destId="{5D3DF557-199D-4E43-805B-EC1A4A35A8D3}" srcOrd="6" destOrd="0" presId="urn:microsoft.com/office/officeart/2005/8/layout/default"/>
    <dgm:cxn modelId="{A81C6AA1-EC81-4112-A981-EDFA1139003A}" type="presParOf" srcId="{16E0D334-8F3B-4EA6-B0AA-128D34D42A71}" destId="{EE9157C0-887E-484E-A6D3-969D39947E2F}" srcOrd="7" destOrd="0" presId="urn:microsoft.com/office/officeart/2005/8/layout/default"/>
    <dgm:cxn modelId="{C7CE4BAC-4D07-46EF-A84B-83DE7A37C73F}" type="presParOf" srcId="{16E0D334-8F3B-4EA6-B0AA-128D34D42A71}" destId="{94CA5C45-FD30-4F9E-84A3-92F9637A8FDA}" srcOrd="8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D5CFCB4E-5F73-478F-9BE5-288C7DCE3756}" type="doc">
      <dgm:prSet loTypeId="urn:microsoft.com/office/officeart/2005/8/layout/default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ED72D8FF-AA85-4C29-AF6E-B2E3BAAB211D}">
      <dgm:prSet/>
      <dgm:spPr/>
      <dgm:t>
        <a:bodyPr/>
        <a:lstStyle/>
        <a:p>
          <a:r>
            <a:rPr lang="en-US"/>
            <a:t>Outbox Pattern</a:t>
          </a:r>
        </a:p>
      </dgm:t>
    </dgm:pt>
    <dgm:pt modelId="{F99C71BE-CD5A-4D06-8CA1-97A8740F44E5}" type="parTrans" cxnId="{A0694A51-B6B1-400A-808E-FABAECF14287}">
      <dgm:prSet/>
      <dgm:spPr/>
      <dgm:t>
        <a:bodyPr/>
        <a:lstStyle/>
        <a:p>
          <a:endParaRPr lang="en-US"/>
        </a:p>
      </dgm:t>
    </dgm:pt>
    <dgm:pt modelId="{6B550CD3-EDF8-40CE-A0B5-048A57552415}" type="sibTrans" cxnId="{A0694A51-B6B1-400A-808E-FABAECF14287}">
      <dgm:prSet/>
      <dgm:spPr/>
      <dgm:t>
        <a:bodyPr/>
        <a:lstStyle/>
        <a:p>
          <a:endParaRPr lang="en-US"/>
        </a:p>
      </dgm:t>
    </dgm:pt>
    <dgm:pt modelId="{6FBC9E1F-F842-473F-8202-7393C1392EAB}">
      <dgm:prSet/>
      <dgm:spPr/>
      <dgm:t>
        <a:bodyPr/>
        <a:lstStyle/>
        <a:p>
          <a:r>
            <a:rPr lang="en-US"/>
            <a:t>Sentinel Pattern</a:t>
          </a:r>
        </a:p>
      </dgm:t>
    </dgm:pt>
    <dgm:pt modelId="{7A7C6D3F-3386-451F-9CB5-75637267806F}" type="parTrans" cxnId="{69281A27-83E5-43BA-B286-378D6492B09D}">
      <dgm:prSet/>
      <dgm:spPr/>
      <dgm:t>
        <a:bodyPr/>
        <a:lstStyle/>
        <a:p>
          <a:endParaRPr lang="en-US"/>
        </a:p>
      </dgm:t>
    </dgm:pt>
    <dgm:pt modelId="{560DE80E-A79F-4EB6-8BFD-850B13469083}" type="sibTrans" cxnId="{69281A27-83E5-43BA-B286-378D6492B09D}">
      <dgm:prSet/>
      <dgm:spPr/>
      <dgm:t>
        <a:bodyPr/>
        <a:lstStyle/>
        <a:p>
          <a:endParaRPr lang="en-US"/>
        </a:p>
      </dgm:t>
    </dgm:pt>
    <dgm:pt modelId="{B98B05A4-8965-4D8A-BC35-284D8C332BA4}">
      <dgm:prSet/>
      <dgm:spPr/>
      <dgm:t>
        <a:bodyPr/>
        <a:lstStyle/>
        <a:p>
          <a:r>
            <a:rPr lang="en-US"/>
            <a:t>Repository Pattern</a:t>
          </a:r>
        </a:p>
      </dgm:t>
    </dgm:pt>
    <dgm:pt modelId="{B1F1003E-67F4-44F0-9403-B61A9BBA4BFC}" type="parTrans" cxnId="{C00AA556-06FC-42A5-AF19-37DB7DD711B0}">
      <dgm:prSet/>
      <dgm:spPr/>
      <dgm:t>
        <a:bodyPr/>
        <a:lstStyle/>
        <a:p>
          <a:endParaRPr lang="en-US"/>
        </a:p>
      </dgm:t>
    </dgm:pt>
    <dgm:pt modelId="{96C3920B-99E3-4CD7-A494-552891027F5B}" type="sibTrans" cxnId="{C00AA556-06FC-42A5-AF19-37DB7DD711B0}">
      <dgm:prSet/>
      <dgm:spPr/>
      <dgm:t>
        <a:bodyPr/>
        <a:lstStyle/>
        <a:p>
          <a:endParaRPr lang="en-US"/>
        </a:p>
      </dgm:t>
    </dgm:pt>
    <dgm:pt modelId="{892AC373-BE4A-41E4-940C-A1733F7B0A19}">
      <dgm:prSet/>
      <dgm:spPr/>
      <dgm:t>
        <a:bodyPr/>
        <a:lstStyle/>
        <a:p>
          <a:r>
            <a:rPr lang="en-US"/>
            <a:t>Service Layer Pattern</a:t>
          </a:r>
        </a:p>
      </dgm:t>
    </dgm:pt>
    <dgm:pt modelId="{9C8FD7C7-B6ED-4112-A909-75DDA52C82E5}" type="parTrans" cxnId="{4D271FD8-F118-43FF-BE3A-E272E2F3B9FD}">
      <dgm:prSet/>
      <dgm:spPr/>
      <dgm:t>
        <a:bodyPr/>
        <a:lstStyle/>
        <a:p>
          <a:endParaRPr lang="en-US"/>
        </a:p>
      </dgm:t>
    </dgm:pt>
    <dgm:pt modelId="{54AA68C3-4001-496B-B472-08739D29A351}" type="sibTrans" cxnId="{4D271FD8-F118-43FF-BE3A-E272E2F3B9FD}">
      <dgm:prSet/>
      <dgm:spPr/>
      <dgm:t>
        <a:bodyPr/>
        <a:lstStyle/>
        <a:p>
          <a:endParaRPr lang="en-US"/>
        </a:p>
      </dgm:t>
    </dgm:pt>
    <dgm:pt modelId="{3B8FC3EA-5FA5-4B6A-8D26-106AB64A8679}">
      <dgm:prSet/>
      <dgm:spPr/>
      <dgm:t>
        <a:bodyPr/>
        <a:lstStyle/>
        <a:p>
          <a:r>
            <a:rPr lang="en-US"/>
            <a:t>Extension Methods Pattern</a:t>
          </a:r>
        </a:p>
      </dgm:t>
    </dgm:pt>
    <dgm:pt modelId="{29D725A2-8934-4603-A489-A51668BDB4D1}" type="parTrans" cxnId="{4ADA222D-EACB-408A-9F34-9F6F41B879FB}">
      <dgm:prSet/>
      <dgm:spPr/>
      <dgm:t>
        <a:bodyPr/>
        <a:lstStyle/>
        <a:p>
          <a:endParaRPr lang="en-US"/>
        </a:p>
      </dgm:t>
    </dgm:pt>
    <dgm:pt modelId="{6261F743-7891-4BEF-B92B-7D2D122440D6}" type="sibTrans" cxnId="{4ADA222D-EACB-408A-9F34-9F6F41B879FB}">
      <dgm:prSet/>
      <dgm:spPr/>
      <dgm:t>
        <a:bodyPr/>
        <a:lstStyle/>
        <a:p>
          <a:endParaRPr lang="en-US"/>
        </a:p>
      </dgm:t>
    </dgm:pt>
    <dgm:pt modelId="{F4EEBDDC-6C73-4E61-BDCC-2C26348E9427}">
      <dgm:prSet/>
      <dgm:spPr/>
      <dgm:t>
        <a:bodyPr/>
        <a:lstStyle/>
        <a:p>
          <a:r>
            <a:rPr lang="en-US"/>
            <a:t>Dependency Injection Pattern</a:t>
          </a:r>
        </a:p>
      </dgm:t>
    </dgm:pt>
    <dgm:pt modelId="{2002EF6B-CBBD-41FD-A98B-446FE9B26237}" type="parTrans" cxnId="{4118265C-DDF1-4A35-88B6-26ED065F5F3E}">
      <dgm:prSet/>
      <dgm:spPr/>
      <dgm:t>
        <a:bodyPr/>
        <a:lstStyle/>
        <a:p>
          <a:endParaRPr lang="en-US"/>
        </a:p>
      </dgm:t>
    </dgm:pt>
    <dgm:pt modelId="{7790477A-5F25-44A9-BC1D-EC30CA80B936}" type="sibTrans" cxnId="{4118265C-DDF1-4A35-88B6-26ED065F5F3E}">
      <dgm:prSet/>
      <dgm:spPr/>
      <dgm:t>
        <a:bodyPr/>
        <a:lstStyle/>
        <a:p>
          <a:endParaRPr lang="en-US"/>
        </a:p>
      </dgm:t>
    </dgm:pt>
    <dgm:pt modelId="{26BE69B5-64EB-4447-A95D-D74306B2A1B3}">
      <dgm:prSet/>
      <dgm:spPr/>
      <dgm:t>
        <a:bodyPr/>
        <a:lstStyle/>
        <a:p>
          <a:r>
            <a:rPr lang="en-US"/>
            <a:t>Controller-based ”REST” Pattern</a:t>
          </a:r>
        </a:p>
      </dgm:t>
    </dgm:pt>
    <dgm:pt modelId="{CCD08AC5-C267-409D-A1E9-C294DCC464C2}" type="parTrans" cxnId="{187110D8-188B-40CD-BA0F-209CA39A2BD8}">
      <dgm:prSet/>
      <dgm:spPr/>
      <dgm:t>
        <a:bodyPr/>
        <a:lstStyle/>
        <a:p>
          <a:endParaRPr lang="en-US"/>
        </a:p>
      </dgm:t>
    </dgm:pt>
    <dgm:pt modelId="{663D62C9-3589-4BFA-A65E-C4930C503624}" type="sibTrans" cxnId="{187110D8-188B-40CD-BA0F-209CA39A2BD8}">
      <dgm:prSet/>
      <dgm:spPr/>
      <dgm:t>
        <a:bodyPr/>
        <a:lstStyle/>
        <a:p>
          <a:endParaRPr lang="en-US"/>
        </a:p>
      </dgm:t>
    </dgm:pt>
    <dgm:pt modelId="{DD0C11FB-CD07-4BFD-A6F5-8B44C3CF264E}">
      <dgm:prSet/>
      <dgm:spPr/>
      <dgm:t>
        <a:bodyPr/>
        <a:lstStyle/>
        <a:p>
          <a:r>
            <a:rPr lang="en-US"/>
            <a:t>Error Handling Pattern</a:t>
          </a:r>
        </a:p>
      </dgm:t>
    </dgm:pt>
    <dgm:pt modelId="{D7451744-38CB-40CA-8B16-078F05059BAE}" type="parTrans" cxnId="{9245B06D-8542-42CD-AF75-E1C06A1322BC}">
      <dgm:prSet/>
      <dgm:spPr/>
      <dgm:t>
        <a:bodyPr/>
        <a:lstStyle/>
        <a:p>
          <a:endParaRPr lang="en-US"/>
        </a:p>
      </dgm:t>
    </dgm:pt>
    <dgm:pt modelId="{370746F0-8878-4546-AFA6-6C197130A181}" type="sibTrans" cxnId="{9245B06D-8542-42CD-AF75-E1C06A1322BC}">
      <dgm:prSet/>
      <dgm:spPr/>
      <dgm:t>
        <a:bodyPr/>
        <a:lstStyle/>
        <a:p>
          <a:endParaRPr lang="en-US"/>
        </a:p>
      </dgm:t>
    </dgm:pt>
    <dgm:pt modelId="{53756000-D8A9-42F1-A4D8-7D392146D97E}">
      <dgm:prSet/>
      <dgm:spPr/>
      <dgm:t>
        <a:bodyPr/>
        <a:lstStyle/>
        <a:p>
          <a:r>
            <a:rPr lang="en-US"/>
            <a:t>Feature Flag Pattern</a:t>
          </a:r>
        </a:p>
      </dgm:t>
    </dgm:pt>
    <dgm:pt modelId="{7E8402FD-17C9-44FC-BE19-9DEF1201C38F}" type="parTrans" cxnId="{21CAE598-79F6-4D1A-8CD4-B8D75044535E}">
      <dgm:prSet/>
      <dgm:spPr/>
      <dgm:t>
        <a:bodyPr/>
        <a:lstStyle/>
        <a:p>
          <a:endParaRPr lang="en-US"/>
        </a:p>
      </dgm:t>
    </dgm:pt>
    <dgm:pt modelId="{CF699DB4-885B-4DEF-A2A4-5297881722B9}" type="sibTrans" cxnId="{21CAE598-79F6-4D1A-8CD4-B8D75044535E}">
      <dgm:prSet/>
      <dgm:spPr/>
      <dgm:t>
        <a:bodyPr/>
        <a:lstStyle/>
        <a:p>
          <a:endParaRPr lang="en-US"/>
        </a:p>
      </dgm:t>
    </dgm:pt>
    <dgm:pt modelId="{0AF678CF-09B5-4E8A-AA75-7CA590CDD786}">
      <dgm:prSet/>
      <dgm:spPr/>
      <dgm:t>
        <a:bodyPr/>
        <a:lstStyle/>
        <a:p>
          <a:r>
            <a:rPr lang="en-US"/>
            <a:t>Dual-System Coexistence Pattern</a:t>
          </a:r>
        </a:p>
      </dgm:t>
    </dgm:pt>
    <dgm:pt modelId="{C66D685C-414C-4042-AE81-55F52BD53CF1}" type="parTrans" cxnId="{7A702B83-6457-4CDF-AB94-A2ACC1B09058}">
      <dgm:prSet/>
      <dgm:spPr/>
      <dgm:t>
        <a:bodyPr/>
        <a:lstStyle/>
        <a:p>
          <a:endParaRPr lang="en-US"/>
        </a:p>
      </dgm:t>
    </dgm:pt>
    <dgm:pt modelId="{7F366B00-B2C9-4EFA-91CA-7F558D1DC145}" type="sibTrans" cxnId="{7A702B83-6457-4CDF-AB94-A2ACC1B09058}">
      <dgm:prSet/>
      <dgm:spPr/>
      <dgm:t>
        <a:bodyPr/>
        <a:lstStyle/>
        <a:p>
          <a:endParaRPr lang="en-US"/>
        </a:p>
      </dgm:t>
    </dgm:pt>
    <dgm:pt modelId="{6D31446F-2D9A-42C7-8DE5-47CB335496FD}" type="pres">
      <dgm:prSet presAssocID="{D5CFCB4E-5F73-478F-9BE5-288C7DCE3756}" presName="diagram" presStyleCnt="0">
        <dgm:presLayoutVars>
          <dgm:dir/>
          <dgm:resizeHandles val="exact"/>
        </dgm:presLayoutVars>
      </dgm:prSet>
      <dgm:spPr/>
    </dgm:pt>
    <dgm:pt modelId="{FDCB4CB2-DAA5-4A4E-A2E1-1552D9E6B261}" type="pres">
      <dgm:prSet presAssocID="{ED72D8FF-AA85-4C29-AF6E-B2E3BAAB211D}" presName="node" presStyleLbl="node1" presStyleIdx="0" presStyleCnt="10">
        <dgm:presLayoutVars>
          <dgm:bulletEnabled val="1"/>
        </dgm:presLayoutVars>
      </dgm:prSet>
      <dgm:spPr/>
    </dgm:pt>
    <dgm:pt modelId="{A28F8E41-2C45-4D70-BDCA-1BAE8F4E5DCB}" type="pres">
      <dgm:prSet presAssocID="{6B550CD3-EDF8-40CE-A0B5-048A57552415}" presName="sibTrans" presStyleCnt="0"/>
      <dgm:spPr/>
    </dgm:pt>
    <dgm:pt modelId="{9DB15427-D4CE-4737-A350-3802287AC2B8}" type="pres">
      <dgm:prSet presAssocID="{6FBC9E1F-F842-473F-8202-7393C1392EAB}" presName="node" presStyleLbl="node1" presStyleIdx="1" presStyleCnt="10">
        <dgm:presLayoutVars>
          <dgm:bulletEnabled val="1"/>
        </dgm:presLayoutVars>
      </dgm:prSet>
      <dgm:spPr/>
    </dgm:pt>
    <dgm:pt modelId="{A07626ED-9BF8-43BF-BA6E-1D589B8B53D2}" type="pres">
      <dgm:prSet presAssocID="{560DE80E-A79F-4EB6-8BFD-850B13469083}" presName="sibTrans" presStyleCnt="0"/>
      <dgm:spPr/>
    </dgm:pt>
    <dgm:pt modelId="{A5ADE1E1-0D06-41B6-B045-75BE697E502F}" type="pres">
      <dgm:prSet presAssocID="{B98B05A4-8965-4D8A-BC35-284D8C332BA4}" presName="node" presStyleLbl="node1" presStyleIdx="2" presStyleCnt="10">
        <dgm:presLayoutVars>
          <dgm:bulletEnabled val="1"/>
        </dgm:presLayoutVars>
      </dgm:prSet>
      <dgm:spPr/>
    </dgm:pt>
    <dgm:pt modelId="{F509917D-F7F6-44CE-9FF0-30F926448603}" type="pres">
      <dgm:prSet presAssocID="{96C3920B-99E3-4CD7-A494-552891027F5B}" presName="sibTrans" presStyleCnt="0"/>
      <dgm:spPr/>
    </dgm:pt>
    <dgm:pt modelId="{8A69BEE6-3FA9-46EA-BCE0-3254BC8C5186}" type="pres">
      <dgm:prSet presAssocID="{892AC373-BE4A-41E4-940C-A1733F7B0A19}" presName="node" presStyleLbl="node1" presStyleIdx="3" presStyleCnt="10">
        <dgm:presLayoutVars>
          <dgm:bulletEnabled val="1"/>
        </dgm:presLayoutVars>
      </dgm:prSet>
      <dgm:spPr/>
    </dgm:pt>
    <dgm:pt modelId="{2440DCEE-EB2C-4D29-898F-B6C1F52E146D}" type="pres">
      <dgm:prSet presAssocID="{54AA68C3-4001-496B-B472-08739D29A351}" presName="sibTrans" presStyleCnt="0"/>
      <dgm:spPr/>
    </dgm:pt>
    <dgm:pt modelId="{249662AA-5EDB-40C4-BF9E-D4B749B89FBE}" type="pres">
      <dgm:prSet presAssocID="{3B8FC3EA-5FA5-4B6A-8D26-106AB64A8679}" presName="node" presStyleLbl="node1" presStyleIdx="4" presStyleCnt="10">
        <dgm:presLayoutVars>
          <dgm:bulletEnabled val="1"/>
        </dgm:presLayoutVars>
      </dgm:prSet>
      <dgm:spPr/>
    </dgm:pt>
    <dgm:pt modelId="{A4B7E50F-CCEB-4831-BE04-C6F22BA21A3C}" type="pres">
      <dgm:prSet presAssocID="{6261F743-7891-4BEF-B92B-7D2D122440D6}" presName="sibTrans" presStyleCnt="0"/>
      <dgm:spPr/>
    </dgm:pt>
    <dgm:pt modelId="{D4912FCF-958F-4851-A4CE-772EE337575E}" type="pres">
      <dgm:prSet presAssocID="{F4EEBDDC-6C73-4E61-BDCC-2C26348E9427}" presName="node" presStyleLbl="node1" presStyleIdx="5" presStyleCnt="10">
        <dgm:presLayoutVars>
          <dgm:bulletEnabled val="1"/>
        </dgm:presLayoutVars>
      </dgm:prSet>
      <dgm:spPr/>
    </dgm:pt>
    <dgm:pt modelId="{49E8F057-351B-4269-961A-D66A40145B0D}" type="pres">
      <dgm:prSet presAssocID="{7790477A-5F25-44A9-BC1D-EC30CA80B936}" presName="sibTrans" presStyleCnt="0"/>
      <dgm:spPr/>
    </dgm:pt>
    <dgm:pt modelId="{8E579A6B-B466-4BDE-B3D7-2B193045FCA3}" type="pres">
      <dgm:prSet presAssocID="{26BE69B5-64EB-4447-A95D-D74306B2A1B3}" presName="node" presStyleLbl="node1" presStyleIdx="6" presStyleCnt="10">
        <dgm:presLayoutVars>
          <dgm:bulletEnabled val="1"/>
        </dgm:presLayoutVars>
      </dgm:prSet>
      <dgm:spPr/>
    </dgm:pt>
    <dgm:pt modelId="{4D91A7A9-F0DE-49C6-BD94-49E97EB2496C}" type="pres">
      <dgm:prSet presAssocID="{663D62C9-3589-4BFA-A65E-C4930C503624}" presName="sibTrans" presStyleCnt="0"/>
      <dgm:spPr/>
    </dgm:pt>
    <dgm:pt modelId="{0E72A960-0BB4-4954-A474-16BB79216EFC}" type="pres">
      <dgm:prSet presAssocID="{DD0C11FB-CD07-4BFD-A6F5-8B44C3CF264E}" presName="node" presStyleLbl="node1" presStyleIdx="7" presStyleCnt="10">
        <dgm:presLayoutVars>
          <dgm:bulletEnabled val="1"/>
        </dgm:presLayoutVars>
      </dgm:prSet>
      <dgm:spPr/>
    </dgm:pt>
    <dgm:pt modelId="{5E63E3C9-1E31-499C-B251-952B3A5F9131}" type="pres">
      <dgm:prSet presAssocID="{370746F0-8878-4546-AFA6-6C197130A181}" presName="sibTrans" presStyleCnt="0"/>
      <dgm:spPr/>
    </dgm:pt>
    <dgm:pt modelId="{5081B928-A183-45B8-97F2-6CDA49E764F3}" type="pres">
      <dgm:prSet presAssocID="{53756000-D8A9-42F1-A4D8-7D392146D97E}" presName="node" presStyleLbl="node1" presStyleIdx="8" presStyleCnt="10">
        <dgm:presLayoutVars>
          <dgm:bulletEnabled val="1"/>
        </dgm:presLayoutVars>
      </dgm:prSet>
      <dgm:spPr/>
    </dgm:pt>
    <dgm:pt modelId="{DEB8E5EB-EFA6-47C1-85B7-CA1314B2C916}" type="pres">
      <dgm:prSet presAssocID="{CF699DB4-885B-4DEF-A2A4-5297881722B9}" presName="sibTrans" presStyleCnt="0"/>
      <dgm:spPr/>
    </dgm:pt>
    <dgm:pt modelId="{45DD55EE-974E-41FC-A13D-D9C516323575}" type="pres">
      <dgm:prSet presAssocID="{0AF678CF-09B5-4E8A-AA75-7CA590CDD786}" presName="node" presStyleLbl="node1" presStyleIdx="9" presStyleCnt="10">
        <dgm:presLayoutVars>
          <dgm:bulletEnabled val="1"/>
        </dgm:presLayoutVars>
      </dgm:prSet>
      <dgm:spPr/>
    </dgm:pt>
  </dgm:ptLst>
  <dgm:cxnLst>
    <dgm:cxn modelId="{6D8F3A09-02A8-4DD4-B756-CA1C8BBA7299}" type="presOf" srcId="{892AC373-BE4A-41E4-940C-A1733F7B0A19}" destId="{8A69BEE6-3FA9-46EA-BCE0-3254BC8C5186}" srcOrd="0" destOrd="0" presId="urn:microsoft.com/office/officeart/2005/8/layout/default"/>
    <dgm:cxn modelId="{D8761E24-804D-4568-8699-E6B2BF43A579}" type="presOf" srcId="{3B8FC3EA-5FA5-4B6A-8D26-106AB64A8679}" destId="{249662AA-5EDB-40C4-BF9E-D4B749B89FBE}" srcOrd="0" destOrd="0" presId="urn:microsoft.com/office/officeart/2005/8/layout/default"/>
    <dgm:cxn modelId="{69281A27-83E5-43BA-B286-378D6492B09D}" srcId="{D5CFCB4E-5F73-478F-9BE5-288C7DCE3756}" destId="{6FBC9E1F-F842-473F-8202-7393C1392EAB}" srcOrd="1" destOrd="0" parTransId="{7A7C6D3F-3386-451F-9CB5-75637267806F}" sibTransId="{560DE80E-A79F-4EB6-8BFD-850B13469083}"/>
    <dgm:cxn modelId="{4ADA222D-EACB-408A-9F34-9F6F41B879FB}" srcId="{D5CFCB4E-5F73-478F-9BE5-288C7DCE3756}" destId="{3B8FC3EA-5FA5-4B6A-8D26-106AB64A8679}" srcOrd="4" destOrd="0" parTransId="{29D725A2-8934-4603-A489-A51668BDB4D1}" sibTransId="{6261F743-7891-4BEF-B92B-7D2D122440D6}"/>
    <dgm:cxn modelId="{33762338-538D-4C18-B5FA-037F0E675C17}" type="presOf" srcId="{D5CFCB4E-5F73-478F-9BE5-288C7DCE3756}" destId="{6D31446F-2D9A-42C7-8DE5-47CB335496FD}" srcOrd="0" destOrd="0" presId="urn:microsoft.com/office/officeart/2005/8/layout/default"/>
    <dgm:cxn modelId="{4118265C-DDF1-4A35-88B6-26ED065F5F3E}" srcId="{D5CFCB4E-5F73-478F-9BE5-288C7DCE3756}" destId="{F4EEBDDC-6C73-4E61-BDCC-2C26348E9427}" srcOrd="5" destOrd="0" parTransId="{2002EF6B-CBBD-41FD-A98B-446FE9B26237}" sibTransId="{7790477A-5F25-44A9-BC1D-EC30CA80B936}"/>
    <dgm:cxn modelId="{FE145860-A060-46BE-AE0E-D82BC80412E2}" type="presOf" srcId="{F4EEBDDC-6C73-4E61-BDCC-2C26348E9427}" destId="{D4912FCF-958F-4851-A4CE-772EE337575E}" srcOrd="0" destOrd="0" presId="urn:microsoft.com/office/officeart/2005/8/layout/default"/>
    <dgm:cxn modelId="{9245B06D-8542-42CD-AF75-E1C06A1322BC}" srcId="{D5CFCB4E-5F73-478F-9BE5-288C7DCE3756}" destId="{DD0C11FB-CD07-4BFD-A6F5-8B44C3CF264E}" srcOrd="7" destOrd="0" parTransId="{D7451744-38CB-40CA-8B16-078F05059BAE}" sibTransId="{370746F0-8878-4546-AFA6-6C197130A181}"/>
    <dgm:cxn modelId="{A0694A51-B6B1-400A-808E-FABAECF14287}" srcId="{D5CFCB4E-5F73-478F-9BE5-288C7DCE3756}" destId="{ED72D8FF-AA85-4C29-AF6E-B2E3BAAB211D}" srcOrd="0" destOrd="0" parTransId="{F99C71BE-CD5A-4D06-8CA1-97A8740F44E5}" sibTransId="{6B550CD3-EDF8-40CE-A0B5-048A57552415}"/>
    <dgm:cxn modelId="{D5AF0E54-641A-41D5-B1F7-FE0F3666B008}" type="presOf" srcId="{26BE69B5-64EB-4447-A95D-D74306B2A1B3}" destId="{8E579A6B-B466-4BDE-B3D7-2B193045FCA3}" srcOrd="0" destOrd="0" presId="urn:microsoft.com/office/officeart/2005/8/layout/default"/>
    <dgm:cxn modelId="{77C2FD54-4183-468E-9F0E-FFF4AEE36431}" type="presOf" srcId="{6FBC9E1F-F842-473F-8202-7393C1392EAB}" destId="{9DB15427-D4CE-4737-A350-3802287AC2B8}" srcOrd="0" destOrd="0" presId="urn:microsoft.com/office/officeart/2005/8/layout/default"/>
    <dgm:cxn modelId="{C00AA556-06FC-42A5-AF19-37DB7DD711B0}" srcId="{D5CFCB4E-5F73-478F-9BE5-288C7DCE3756}" destId="{B98B05A4-8965-4D8A-BC35-284D8C332BA4}" srcOrd="2" destOrd="0" parTransId="{B1F1003E-67F4-44F0-9403-B61A9BBA4BFC}" sibTransId="{96C3920B-99E3-4CD7-A494-552891027F5B}"/>
    <dgm:cxn modelId="{7A702B83-6457-4CDF-AB94-A2ACC1B09058}" srcId="{D5CFCB4E-5F73-478F-9BE5-288C7DCE3756}" destId="{0AF678CF-09B5-4E8A-AA75-7CA590CDD786}" srcOrd="9" destOrd="0" parTransId="{C66D685C-414C-4042-AE81-55F52BD53CF1}" sibTransId="{7F366B00-B2C9-4EFA-91CA-7F558D1DC145}"/>
    <dgm:cxn modelId="{21CAE598-79F6-4D1A-8CD4-B8D75044535E}" srcId="{D5CFCB4E-5F73-478F-9BE5-288C7DCE3756}" destId="{53756000-D8A9-42F1-A4D8-7D392146D97E}" srcOrd="8" destOrd="0" parTransId="{7E8402FD-17C9-44FC-BE19-9DEF1201C38F}" sibTransId="{CF699DB4-885B-4DEF-A2A4-5297881722B9}"/>
    <dgm:cxn modelId="{5383D5C3-2AAE-4809-9D0C-17C5B8506D4D}" type="presOf" srcId="{DD0C11FB-CD07-4BFD-A6F5-8B44C3CF264E}" destId="{0E72A960-0BB4-4954-A474-16BB79216EFC}" srcOrd="0" destOrd="0" presId="urn:microsoft.com/office/officeart/2005/8/layout/default"/>
    <dgm:cxn modelId="{D7F96AD5-B1C4-4E9F-BFD5-69891749BA8B}" type="presOf" srcId="{B98B05A4-8965-4D8A-BC35-284D8C332BA4}" destId="{A5ADE1E1-0D06-41B6-B045-75BE697E502F}" srcOrd="0" destOrd="0" presId="urn:microsoft.com/office/officeart/2005/8/layout/default"/>
    <dgm:cxn modelId="{187110D8-188B-40CD-BA0F-209CA39A2BD8}" srcId="{D5CFCB4E-5F73-478F-9BE5-288C7DCE3756}" destId="{26BE69B5-64EB-4447-A95D-D74306B2A1B3}" srcOrd="6" destOrd="0" parTransId="{CCD08AC5-C267-409D-A1E9-C294DCC464C2}" sibTransId="{663D62C9-3589-4BFA-A65E-C4930C503624}"/>
    <dgm:cxn modelId="{4D271FD8-F118-43FF-BE3A-E272E2F3B9FD}" srcId="{D5CFCB4E-5F73-478F-9BE5-288C7DCE3756}" destId="{892AC373-BE4A-41E4-940C-A1733F7B0A19}" srcOrd="3" destOrd="0" parTransId="{9C8FD7C7-B6ED-4112-A909-75DDA52C82E5}" sibTransId="{54AA68C3-4001-496B-B472-08739D29A351}"/>
    <dgm:cxn modelId="{4D3234DE-F32A-4BCF-8861-D911A068FB9A}" type="presOf" srcId="{ED72D8FF-AA85-4C29-AF6E-B2E3BAAB211D}" destId="{FDCB4CB2-DAA5-4A4E-A2E1-1552D9E6B261}" srcOrd="0" destOrd="0" presId="urn:microsoft.com/office/officeart/2005/8/layout/default"/>
    <dgm:cxn modelId="{CA7594E7-3E27-47F9-84C6-8E8490E487F3}" type="presOf" srcId="{53756000-D8A9-42F1-A4D8-7D392146D97E}" destId="{5081B928-A183-45B8-97F2-6CDA49E764F3}" srcOrd="0" destOrd="0" presId="urn:microsoft.com/office/officeart/2005/8/layout/default"/>
    <dgm:cxn modelId="{5295E5FC-DC21-4F77-9890-8A23474B13F6}" type="presOf" srcId="{0AF678CF-09B5-4E8A-AA75-7CA590CDD786}" destId="{45DD55EE-974E-41FC-A13D-D9C516323575}" srcOrd="0" destOrd="0" presId="urn:microsoft.com/office/officeart/2005/8/layout/default"/>
    <dgm:cxn modelId="{3B6C2BE2-22A8-4C96-AD85-2C504DC6BB68}" type="presParOf" srcId="{6D31446F-2D9A-42C7-8DE5-47CB335496FD}" destId="{FDCB4CB2-DAA5-4A4E-A2E1-1552D9E6B261}" srcOrd="0" destOrd="0" presId="urn:microsoft.com/office/officeart/2005/8/layout/default"/>
    <dgm:cxn modelId="{6C16C74A-EBA0-437D-BA0D-6F3740480875}" type="presParOf" srcId="{6D31446F-2D9A-42C7-8DE5-47CB335496FD}" destId="{A28F8E41-2C45-4D70-BDCA-1BAE8F4E5DCB}" srcOrd="1" destOrd="0" presId="urn:microsoft.com/office/officeart/2005/8/layout/default"/>
    <dgm:cxn modelId="{1B27A5CE-6FF3-49E6-BF1B-E1D961027C91}" type="presParOf" srcId="{6D31446F-2D9A-42C7-8DE5-47CB335496FD}" destId="{9DB15427-D4CE-4737-A350-3802287AC2B8}" srcOrd="2" destOrd="0" presId="urn:microsoft.com/office/officeart/2005/8/layout/default"/>
    <dgm:cxn modelId="{1CD35F3D-F5CE-44D8-A67B-0C86642C30FB}" type="presParOf" srcId="{6D31446F-2D9A-42C7-8DE5-47CB335496FD}" destId="{A07626ED-9BF8-43BF-BA6E-1D589B8B53D2}" srcOrd="3" destOrd="0" presId="urn:microsoft.com/office/officeart/2005/8/layout/default"/>
    <dgm:cxn modelId="{063B9476-4712-4FFD-97A1-A58816F88BC1}" type="presParOf" srcId="{6D31446F-2D9A-42C7-8DE5-47CB335496FD}" destId="{A5ADE1E1-0D06-41B6-B045-75BE697E502F}" srcOrd="4" destOrd="0" presId="urn:microsoft.com/office/officeart/2005/8/layout/default"/>
    <dgm:cxn modelId="{120A78D1-07E8-404A-9A7E-6E784FC7D63C}" type="presParOf" srcId="{6D31446F-2D9A-42C7-8DE5-47CB335496FD}" destId="{F509917D-F7F6-44CE-9FF0-30F926448603}" srcOrd="5" destOrd="0" presId="urn:microsoft.com/office/officeart/2005/8/layout/default"/>
    <dgm:cxn modelId="{214CA8B5-CFCA-417B-AC48-786FC9D503CC}" type="presParOf" srcId="{6D31446F-2D9A-42C7-8DE5-47CB335496FD}" destId="{8A69BEE6-3FA9-46EA-BCE0-3254BC8C5186}" srcOrd="6" destOrd="0" presId="urn:microsoft.com/office/officeart/2005/8/layout/default"/>
    <dgm:cxn modelId="{C617CB12-0941-45EE-8151-EFBADB53A41B}" type="presParOf" srcId="{6D31446F-2D9A-42C7-8DE5-47CB335496FD}" destId="{2440DCEE-EB2C-4D29-898F-B6C1F52E146D}" srcOrd="7" destOrd="0" presId="urn:microsoft.com/office/officeart/2005/8/layout/default"/>
    <dgm:cxn modelId="{731007F0-CD07-490A-A490-664683134F14}" type="presParOf" srcId="{6D31446F-2D9A-42C7-8DE5-47CB335496FD}" destId="{249662AA-5EDB-40C4-BF9E-D4B749B89FBE}" srcOrd="8" destOrd="0" presId="urn:microsoft.com/office/officeart/2005/8/layout/default"/>
    <dgm:cxn modelId="{9EC3575D-1F9B-41F2-95A7-C77DC571E48F}" type="presParOf" srcId="{6D31446F-2D9A-42C7-8DE5-47CB335496FD}" destId="{A4B7E50F-CCEB-4831-BE04-C6F22BA21A3C}" srcOrd="9" destOrd="0" presId="urn:microsoft.com/office/officeart/2005/8/layout/default"/>
    <dgm:cxn modelId="{630A0BA0-A4C3-4DB1-A00E-9B2A26A4F60E}" type="presParOf" srcId="{6D31446F-2D9A-42C7-8DE5-47CB335496FD}" destId="{D4912FCF-958F-4851-A4CE-772EE337575E}" srcOrd="10" destOrd="0" presId="urn:microsoft.com/office/officeart/2005/8/layout/default"/>
    <dgm:cxn modelId="{8C8101BD-4AE8-4A10-8790-E82EF89549B5}" type="presParOf" srcId="{6D31446F-2D9A-42C7-8DE5-47CB335496FD}" destId="{49E8F057-351B-4269-961A-D66A40145B0D}" srcOrd="11" destOrd="0" presId="urn:microsoft.com/office/officeart/2005/8/layout/default"/>
    <dgm:cxn modelId="{72CE8BBF-3290-427C-911F-CD2F65A3A84E}" type="presParOf" srcId="{6D31446F-2D9A-42C7-8DE5-47CB335496FD}" destId="{8E579A6B-B466-4BDE-B3D7-2B193045FCA3}" srcOrd="12" destOrd="0" presId="urn:microsoft.com/office/officeart/2005/8/layout/default"/>
    <dgm:cxn modelId="{64837843-9B0E-43A8-BC30-3AA55897EDE6}" type="presParOf" srcId="{6D31446F-2D9A-42C7-8DE5-47CB335496FD}" destId="{4D91A7A9-F0DE-49C6-BD94-49E97EB2496C}" srcOrd="13" destOrd="0" presId="urn:microsoft.com/office/officeart/2005/8/layout/default"/>
    <dgm:cxn modelId="{FD52297D-5CD0-427B-914D-C9C3D9614C22}" type="presParOf" srcId="{6D31446F-2D9A-42C7-8DE5-47CB335496FD}" destId="{0E72A960-0BB4-4954-A474-16BB79216EFC}" srcOrd="14" destOrd="0" presId="urn:microsoft.com/office/officeart/2005/8/layout/default"/>
    <dgm:cxn modelId="{92FB9159-74BD-4B5B-B516-241224CF00A8}" type="presParOf" srcId="{6D31446F-2D9A-42C7-8DE5-47CB335496FD}" destId="{5E63E3C9-1E31-499C-B251-952B3A5F9131}" srcOrd="15" destOrd="0" presId="urn:microsoft.com/office/officeart/2005/8/layout/default"/>
    <dgm:cxn modelId="{3B19D1DB-FD84-46C1-9849-0CEFAAE4663D}" type="presParOf" srcId="{6D31446F-2D9A-42C7-8DE5-47CB335496FD}" destId="{5081B928-A183-45B8-97F2-6CDA49E764F3}" srcOrd="16" destOrd="0" presId="urn:microsoft.com/office/officeart/2005/8/layout/default"/>
    <dgm:cxn modelId="{A2EAF34B-6BEF-44D1-87D8-0E067258D78B}" type="presParOf" srcId="{6D31446F-2D9A-42C7-8DE5-47CB335496FD}" destId="{DEB8E5EB-EFA6-47C1-85B7-CA1314B2C916}" srcOrd="17" destOrd="0" presId="urn:microsoft.com/office/officeart/2005/8/layout/default"/>
    <dgm:cxn modelId="{367E41CC-A117-44FE-BF32-4AC7948C11F3}" type="presParOf" srcId="{6D31446F-2D9A-42C7-8DE5-47CB335496FD}" destId="{45DD55EE-974E-41FC-A13D-D9C516323575}" srcOrd="18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6B3431FE-499B-4C81-A98B-7551F1583661}" type="doc">
      <dgm:prSet loTypeId="urn:microsoft.com/office/officeart/2009/3/layout/HorizontalOrganizationChart" loCatId="hierarchy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7DB13FBC-2C6B-496B-8B9E-EB30AE70A6FC}">
      <dgm:prSet/>
      <dgm:spPr/>
      <dgm:t>
        <a:bodyPr/>
        <a:lstStyle/>
        <a:p>
          <a:r>
            <a:rPr lang="en-US"/>
            <a:t>Autentisering (EntraID, Core Identity)</a:t>
          </a:r>
        </a:p>
      </dgm:t>
    </dgm:pt>
    <dgm:pt modelId="{6F96A087-95C9-4498-AEEB-4CC33DCD20B3}" type="parTrans" cxnId="{C4BE109F-0FB1-49C6-B62D-EEAC5074F858}">
      <dgm:prSet/>
      <dgm:spPr/>
      <dgm:t>
        <a:bodyPr/>
        <a:lstStyle/>
        <a:p>
          <a:endParaRPr lang="en-US"/>
        </a:p>
      </dgm:t>
    </dgm:pt>
    <dgm:pt modelId="{6017186B-63B6-429E-8BAF-B89C46C595D6}" type="sibTrans" cxnId="{C4BE109F-0FB1-49C6-B62D-EEAC5074F858}">
      <dgm:prSet/>
      <dgm:spPr/>
      <dgm:t>
        <a:bodyPr/>
        <a:lstStyle/>
        <a:p>
          <a:endParaRPr lang="en-US"/>
        </a:p>
      </dgm:t>
    </dgm:pt>
    <dgm:pt modelId="{929986A1-6B75-4E38-879C-AC72B4AD603E}">
      <dgm:prSet/>
      <dgm:spPr/>
      <dgm:t>
        <a:bodyPr/>
        <a:lstStyle/>
        <a:p>
          <a:r>
            <a:rPr lang="en-US"/>
            <a:t>Rollbaserad åtkomst</a:t>
          </a:r>
        </a:p>
      </dgm:t>
    </dgm:pt>
    <dgm:pt modelId="{3FC3BF5B-7A79-4A8A-BE02-7BF71C6337C8}" type="parTrans" cxnId="{DB4ABB24-BC31-4C8A-83DC-8EFB4F8B23BE}">
      <dgm:prSet/>
      <dgm:spPr/>
      <dgm:t>
        <a:bodyPr/>
        <a:lstStyle/>
        <a:p>
          <a:endParaRPr lang="en-US"/>
        </a:p>
      </dgm:t>
    </dgm:pt>
    <dgm:pt modelId="{82D2A3FA-5DAB-44DD-BFF4-B37BBE55FCA1}" type="sibTrans" cxnId="{DB4ABB24-BC31-4C8A-83DC-8EFB4F8B23BE}">
      <dgm:prSet/>
      <dgm:spPr/>
      <dgm:t>
        <a:bodyPr/>
        <a:lstStyle/>
        <a:p>
          <a:endParaRPr lang="en-US"/>
        </a:p>
      </dgm:t>
    </dgm:pt>
    <dgm:pt modelId="{AF5F8CCE-87F9-4822-AB85-C59C7D84AB95}">
      <dgm:prSet/>
      <dgm:spPr/>
      <dgm:t>
        <a:bodyPr/>
        <a:lstStyle/>
        <a:p>
          <a:r>
            <a:rPr lang="en-US"/>
            <a:t>Felhantering och Loggning</a:t>
          </a:r>
        </a:p>
      </dgm:t>
    </dgm:pt>
    <dgm:pt modelId="{6FA58025-3209-44D7-8660-25D73B8E4A42}" type="parTrans" cxnId="{D113101C-8FFB-4FBC-83E8-5BD87A3DB174}">
      <dgm:prSet/>
      <dgm:spPr/>
      <dgm:t>
        <a:bodyPr/>
        <a:lstStyle/>
        <a:p>
          <a:endParaRPr lang="en-US"/>
        </a:p>
      </dgm:t>
    </dgm:pt>
    <dgm:pt modelId="{F4843FF1-0C72-4FD9-9C26-8DE322F348DC}" type="sibTrans" cxnId="{D113101C-8FFB-4FBC-83E8-5BD87A3DB174}">
      <dgm:prSet/>
      <dgm:spPr/>
      <dgm:t>
        <a:bodyPr/>
        <a:lstStyle/>
        <a:p>
          <a:endParaRPr lang="en-US"/>
        </a:p>
      </dgm:t>
    </dgm:pt>
    <dgm:pt modelId="{A2C93BDC-6F38-4AF7-A0D5-84782853CD4C}">
      <dgm:prSet/>
      <dgm:spPr/>
      <dgm:t>
        <a:bodyPr/>
        <a:lstStyle/>
        <a:p>
          <a:r>
            <a:rPr lang="en-US"/>
            <a:t>Testning</a:t>
          </a:r>
        </a:p>
      </dgm:t>
    </dgm:pt>
    <dgm:pt modelId="{4E6BA545-4097-48C2-9995-D9E3CC575C59}" type="parTrans" cxnId="{1F8F3F94-9989-4576-A515-59422A3A3B40}">
      <dgm:prSet/>
      <dgm:spPr/>
      <dgm:t>
        <a:bodyPr/>
        <a:lstStyle/>
        <a:p>
          <a:endParaRPr lang="en-US"/>
        </a:p>
      </dgm:t>
    </dgm:pt>
    <dgm:pt modelId="{66E28CC1-C672-4A64-B332-66C7A573024C}" type="sibTrans" cxnId="{1F8F3F94-9989-4576-A515-59422A3A3B40}">
      <dgm:prSet/>
      <dgm:spPr/>
      <dgm:t>
        <a:bodyPr/>
        <a:lstStyle/>
        <a:p>
          <a:endParaRPr lang="en-US"/>
        </a:p>
      </dgm:t>
    </dgm:pt>
    <dgm:pt modelId="{CBCA5B7A-CADB-4F45-8408-A884B18FDA2D}">
      <dgm:prSet/>
      <dgm:spPr/>
      <dgm:t>
        <a:bodyPr/>
        <a:lstStyle/>
        <a:p>
          <a:r>
            <a:rPr lang="en-US"/>
            <a:t>xUnit (unit)</a:t>
          </a:r>
        </a:p>
      </dgm:t>
    </dgm:pt>
    <dgm:pt modelId="{2702B639-53E8-4387-976F-EFF77C05C581}" type="parTrans" cxnId="{D7CF0525-92F3-4BED-9595-7836DD77FDA9}">
      <dgm:prSet/>
      <dgm:spPr/>
      <dgm:t>
        <a:bodyPr/>
        <a:lstStyle/>
        <a:p>
          <a:endParaRPr lang="en-US"/>
        </a:p>
      </dgm:t>
    </dgm:pt>
    <dgm:pt modelId="{606E44C4-B824-460D-8615-37EEF77DB357}" type="sibTrans" cxnId="{D7CF0525-92F3-4BED-9595-7836DD77FDA9}">
      <dgm:prSet/>
      <dgm:spPr/>
      <dgm:t>
        <a:bodyPr/>
        <a:lstStyle/>
        <a:p>
          <a:endParaRPr lang="en-US"/>
        </a:p>
      </dgm:t>
    </dgm:pt>
    <dgm:pt modelId="{FF7C974E-B250-4E59-A1FB-752CB214F172}">
      <dgm:prSet/>
      <dgm:spPr/>
      <dgm:t>
        <a:bodyPr/>
        <a:lstStyle/>
        <a:p>
          <a:r>
            <a:rPr lang="en-US"/>
            <a:t>Nsubstitute (integration)</a:t>
          </a:r>
        </a:p>
      </dgm:t>
    </dgm:pt>
    <dgm:pt modelId="{5BEDCDBF-CF3E-422D-9F3E-A91BE48BC8B8}" type="parTrans" cxnId="{64E7DC85-A834-4393-847E-3CCCBF4E39F4}">
      <dgm:prSet/>
      <dgm:spPr/>
      <dgm:t>
        <a:bodyPr/>
        <a:lstStyle/>
        <a:p>
          <a:endParaRPr lang="en-US"/>
        </a:p>
      </dgm:t>
    </dgm:pt>
    <dgm:pt modelId="{B1EF3D39-E9A7-4E90-AFCA-90916331891A}" type="sibTrans" cxnId="{64E7DC85-A834-4393-847E-3CCCBF4E39F4}">
      <dgm:prSet/>
      <dgm:spPr/>
      <dgm:t>
        <a:bodyPr/>
        <a:lstStyle/>
        <a:p>
          <a:endParaRPr lang="en-US"/>
        </a:p>
      </dgm:t>
    </dgm:pt>
    <dgm:pt modelId="{E82D894C-3E65-4F1F-823C-19DBBA2076B0}" type="pres">
      <dgm:prSet presAssocID="{6B3431FE-499B-4C81-A98B-7551F1583661}" presName="hierChild1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</dgm:pt>
    <dgm:pt modelId="{90DC79A7-F7E2-4B0D-A570-80133633F1AB}" type="pres">
      <dgm:prSet presAssocID="{7DB13FBC-2C6B-496B-8B9E-EB30AE70A6FC}" presName="hierRoot1" presStyleCnt="0">
        <dgm:presLayoutVars>
          <dgm:hierBranch val="init"/>
        </dgm:presLayoutVars>
      </dgm:prSet>
      <dgm:spPr/>
    </dgm:pt>
    <dgm:pt modelId="{49EB8470-6114-44EA-B5B7-BE0220368C06}" type="pres">
      <dgm:prSet presAssocID="{7DB13FBC-2C6B-496B-8B9E-EB30AE70A6FC}" presName="rootComposite1" presStyleCnt="0"/>
      <dgm:spPr/>
    </dgm:pt>
    <dgm:pt modelId="{FCB423BF-0D92-404E-A938-91D8E73120D9}" type="pres">
      <dgm:prSet presAssocID="{7DB13FBC-2C6B-496B-8B9E-EB30AE70A6FC}" presName="rootText1" presStyleLbl="node0" presStyleIdx="0" presStyleCnt="4">
        <dgm:presLayoutVars>
          <dgm:chPref val="3"/>
        </dgm:presLayoutVars>
      </dgm:prSet>
      <dgm:spPr/>
    </dgm:pt>
    <dgm:pt modelId="{602C8369-D50F-4BD3-958C-E4C804AA10D9}" type="pres">
      <dgm:prSet presAssocID="{7DB13FBC-2C6B-496B-8B9E-EB30AE70A6FC}" presName="rootConnector1" presStyleLbl="node1" presStyleIdx="0" presStyleCnt="0"/>
      <dgm:spPr/>
    </dgm:pt>
    <dgm:pt modelId="{75B36DA0-0226-42E2-AABB-24E03BC95E4C}" type="pres">
      <dgm:prSet presAssocID="{7DB13FBC-2C6B-496B-8B9E-EB30AE70A6FC}" presName="hierChild2" presStyleCnt="0"/>
      <dgm:spPr/>
    </dgm:pt>
    <dgm:pt modelId="{4D6AAA00-DF26-4B80-B62F-6767AF49D077}" type="pres">
      <dgm:prSet presAssocID="{7DB13FBC-2C6B-496B-8B9E-EB30AE70A6FC}" presName="hierChild3" presStyleCnt="0"/>
      <dgm:spPr/>
    </dgm:pt>
    <dgm:pt modelId="{C72635DC-54B8-46E8-9383-374A00C71ECF}" type="pres">
      <dgm:prSet presAssocID="{929986A1-6B75-4E38-879C-AC72B4AD603E}" presName="hierRoot1" presStyleCnt="0">
        <dgm:presLayoutVars>
          <dgm:hierBranch val="init"/>
        </dgm:presLayoutVars>
      </dgm:prSet>
      <dgm:spPr/>
    </dgm:pt>
    <dgm:pt modelId="{27F3A3CD-DA3B-4F1A-842A-00D0F696010D}" type="pres">
      <dgm:prSet presAssocID="{929986A1-6B75-4E38-879C-AC72B4AD603E}" presName="rootComposite1" presStyleCnt="0"/>
      <dgm:spPr/>
    </dgm:pt>
    <dgm:pt modelId="{15F0F870-8DA1-43FA-9B56-7FCEE02D6372}" type="pres">
      <dgm:prSet presAssocID="{929986A1-6B75-4E38-879C-AC72B4AD603E}" presName="rootText1" presStyleLbl="node0" presStyleIdx="1" presStyleCnt="4">
        <dgm:presLayoutVars>
          <dgm:chPref val="3"/>
        </dgm:presLayoutVars>
      </dgm:prSet>
      <dgm:spPr/>
    </dgm:pt>
    <dgm:pt modelId="{0CEBE7CE-3FB4-4611-88CF-839BC137C841}" type="pres">
      <dgm:prSet presAssocID="{929986A1-6B75-4E38-879C-AC72B4AD603E}" presName="rootConnector1" presStyleLbl="node1" presStyleIdx="0" presStyleCnt="0"/>
      <dgm:spPr/>
    </dgm:pt>
    <dgm:pt modelId="{06E3DDF2-4D3B-4E6E-99BC-F7D668D1AC66}" type="pres">
      <dgm:prSet presAssocID="{929986A1-6B75-4E38-879C-AC72B4AD603E}" presName="hierChild2" presStyleCnt="0"/>
      <dgm:spPr/>
    </dgm:pt>
    <dgm:pt modelId="{04EF35FE-F3B4-4CC6-A3DA-23237B10F542}" type="pres">
      <dgm:prSet presAssocID="{929986A1-6B75-4E38-879C-AC72B4AD603E}" presName="hierChild3" presStyleCnt="0"/>
      <dgm:spPr/>
    </dgm:pt>
    <dgm:pt modelId="{B818F50A-D8AD-4F07-8F67-EF950E1D180B}" type="pres">
      <dgm:prSet presAssocID="{AF5F8CCE-87F9-4822-AB85-C59C7D84AB95}" presName="hierRoot1" presStyleCnt="0">
        <dgm:presLayoutVars>
          <dgm:hierBranch val="init"/>
        </dgm:presLayoutVars>
      </dgm:prSet>
      <dgm:spPr/>
    </dgm:pt>
    <dgm:pt modelId="{55A85394-1C3C-40E0-9BCC-687CDC3C9C34}" type="pres">
      <dgm:prSet presAssocID="{AF5F8CCE-87F9-4822-AB85-C59C7D84AB95}" presName="rootComposite1" presStyleCnt="0"/>
      <dgm:spPr/>
    </dgm:pt>
    <dgm:pt modelId="{554FE251-E0BD-4207-86FC-4509FE6A4FED}" type="pres">
      <dgm:prSet presAssocID="{AF5F8CCE-87F9-4822-AB85-C59C7D84AB95}" presName="rootText1" presStyleLbl="node0" presStyleIdx="2" presStyleCnt="4">
        <dgm:presLayoutVars>
          <dgm:chPref val="3"/>
        </dgm:presLayoutVars>
      </dgm:prSet>
      <dgm:spPr/>
    </dgm:pt>
    <dgm:pt modelId="{9A8FF287-867B-49CB-B477-BC5C580F7362}" type="pres">
      <dgm:prSet presAssocID="{AF5F8CCE-87F9-4822-AB85-C59C7D84AB95}" presName="rootConnector1" presStyleLbl="node1" presStyleIdx="0" presStyleCnt="0"/>
      <dgm:spPr/>
    </dgm:pt>
    <dgm:pt modelId="{DF27F900-859B-4BC8-8796-733FEAD48077}" type="pres">
      <dgm:prSet presAssocID="{AF5F8CCE-87F9-4822-AB85-C59C7D84AB95}" presName="hierChild2" presStyleCnt="0"/>
      <dgm:spPr/>
    </dgm:pt>
    <dgm:pt modelId="{CE4FF657-858D-4C00-B754-FC1EC5D18AFE}" type="pres">
      <dgm:prSet presAssocID="{AF5F8CCE-87F9-4822-AB85-C59C7D84AB95}" presName="hierChild3" presStyleCnt="0"/>
      <dgm:spPr/>
    </dgm:pt>
    <dgm:pt modelId="{3406F381-6A6F-4BCE-8540-E65982BE40F8}" type="pres">
      <dgm:prSet presAssocID="{A2C93BDC-6F38-4AF7-A0D5-84782853CD4C}" presName="hierRoot1" presStyleCnt="0">
        <dgm:presLayoutVars>
          <dgm:hierBranch val="init"/>
        </dgm:presLayoutVars>
      </dgm:prSet>
      <dgm:spPr/>
    </dgm:pt>
    <dgm:pt modelId="{99A76856-9D60-4E0A-8F97-7C9CBF8E5D60}" type="pres">
      <dgm:prSet presAssocID="{A2C93BDC-6F38-4AF7-A0D5-84782853CD4C}" presName="rootComposite1" presStyleCnt="0"/>
      <dgm:spPr/>
    </dgm:pt>
    <dgm:pt modelId="{BA3344EF-A632-459C-AD2B-BB3DCF9F432D}" type="pres">
      <dgm:prSet presAssocID="{A2C93BDC-6F38-4AF7-A0D5-84782853CD4C}" presName="rootText1" presStyleLbl="node0" presStyleIdx="3" presStyleCnt="4">
        <dgm:presLayoutVars>
          <dgm:chPref val="3"/>
        </dgm:presLayoutVars>
      </dgm:prSet>
      <dgm:spPr/>
    </dgm:pt>
    <dgm:pt modelId="{244A78F0-1643-41A5-8F30-657511D755C8}" type="pres">
      <dgm:prSet presAssocID="{A2C93BDC-6F38-4AF7-A0D5-84782853CD4C}" presName="rootConnector1" presStyleLbl="node1" presStyleIdx="0" presStyleCnt="0"/>
      <dgm:spPr/>
    </dgm:pt>
    <dgm:pt modelId="{935888C8-6DD9-4FC1-AB54-52C22011EC0A}" type="pres">
      <dgm:prSet presAssocID="{A2C93BDC-6F38-4AF7-A0D5-84782853CD4C}" presName="hierChild2" presStyleCnt="0"/>
      <dgm:spPr/>
    </dgm:pt>
    <dgm:pt modelId="{CD471BD5-6DBE-43F9-9434-BC59C2054658}" type="pres">
      <dgm:prSet presAssocID="{2702B639-53E8-4387-976F-EFF77C05C581}" presName="Name64" presStyleLbl="parChTrans1D2" presStyleIdx="0" presStyleCnt="2"/>
      <dgm:spPr/>
    </dgm:pt>
    <dgm:pt modelId="{709D4CE4-1866-4972-A0BA-7520D5B1CBFA}" type="pres">
      <dgm:prSet presAssocID="{CBCA5B7A-CADB-4F45-8408-A884B18FDA2D}" presName="hierRoot2" presStyleCnt="0">
        <dgm:presLayoutVars>
          <dgm:hierBranch val="init"/>
        </dgm:presLayoutVars>
      </dgm:prSet>
      <dgm:spPr/>
    </dgm:pt>
    <dgm:pt modelId="{17522BDC-63A7-42B6-991D-42DCA5851F73}" type="pres">
      <dgm:prSet presAssocID="{CBCA5B7A-CADB-4F45-8408-A884B18FDA2D}" presName="rootComposite" presStyleCnt="0"/>
      <dgm:spPr/>
    </dgm:pt>
    <dgm:pt modelId="{79176427-8EDC-405F-B248-C786DF070C04}" type="pres">
      <dgm:prSet presAssocID="{CBCA5B7A-CADB-4F45-8408-A884B18FDA2D}" presName="rootText" presStyleLbl="node2" presStyleIdx="0" presStyleCnt="2">
        <dgm:presLayoutVars>
          <dgm:chPref val="3"/>
        </dgm:presLayoutVars>
      </dgm:prSet>
      <dgm:spPr/>
    </dgm:pt>
    <dgm:pt modelId="{898A2491-E49A-4994-B54B-2C71E901B471}" type="pres">
      <dgm:prSet presAssocID="{CBCA5B7A-CADB-4F45-8408-A884B18FDA2D}" presName="rootConnector" presStyleLbl="node2" presStyleIdx="0" presStyleCnt="2"/>
      <dgm:spPr/>
    </dgm:pt>
    <dgm:pt modelId="{4079B24F-5A14-441D-A8F4-7FA5A0136DC0}" type="pres">
      <dgm:prSet presAssocID="{CBCA5B7A-CADB-4F45-8408-A884B18FDA2D}" presName="hierChild4" presStyleCnt="0"/>
      <dgm:spPr/>
    </dgm:pt>
    <dgm:pt modelId="{70B7F6C2-3C46-455A-B395-52528CD6C989}" type="pres">
      <dgm:prSet presAssocID="{CBCA5B7A-CADB-4F45-8408-A884B18FDA2D}" presName="hierChild5" presStyleCnt="0"/>
      <dgm:spPr/>
    </dgm:pt>
    <dgm:pt modelId="{B245099D-B156-4FA5-A062-858CE86A5736}" type="pres">
      <dgm:prSet presAssocID="{5BEDCDBF-CF3E-422D-9F3E-A91BE48BC8B8}" presName="Name64" presStyleLbl="parChTrans1D2" presStyleIdx="1" presStyleCnt="2"/>
      <dgm:spPr/>
    </dgm:pt>
    <dgm:pt modelId="{6ED4EF14-3F2D-4EC3-AA7A-2EB04536D7F4}" type="pres">
      <dgm:prSet presAssocID="{FF7C974E-B250-4E59-A1FB-752CB214F172}" presName="hierRoot2" presStyleCnt="0">
        <dgm:presLayoutVars>
          <dgm:hierBranch val="init"/>
        </dgm:presLayoutVars>
      </dgm:prSet>
      <dgm:spPr/>
    </dgm:pt>
    <dgm:pt modelId="{19C3776D-6B21-4D28-ADC4-0F47EE2339A7}" type="pres">
      <dgm:prSet presAssocID="{FF7C974E-B250-4E59-A1FB-752CB214F172}" presName="rootComposite" presStyleCnt="0"/>
      <dgm:spPr/>
    </dgm:pt>
    <dgm:pt modelId="{617ED9D4-99AC-4E47-86EA-C18291AFA984}" type="pres">
      <dgm:prSet presAssocID="{FF7C974E-B250-4E59-A1FB-752CB214F172}" presName="rootText" presStyleLbl="node2" presStyleIdx="1" presStyleCnt="2">
        <dgm:presLayoutVars>
          <dgm:chPref val="3"/>
        </dgm:presLayoutVars>
      </dgm:prSet>
      <dgm:spPr/>
    </dgm:pt>
    <dgm:pt modelId="{7FBA07DC-6FC9-463A-81B3-91939BA6E219}" type="pres">
      <dgm:prSet presAssocID="{FF7C974E-B250-4E59-A1FB-752CB214F172}" presName="rootConnector" presStyleLbl="node2" presStyleIdx="1" presStyleCnt="2"/>
      <dgm:spPr/>
    </dgm:pt>
    <dgm:pt modelId="{9E4B2796-5FAE-4304-8178-B48335B840DE}" type="pres">
      <dgm:prSet presAssocID="{FF7C974E-B250-4E59-A1FB-752CB214F172}" presName="hierChild4" presStyleCnt="0"/>
      <dgm:spPr/>
    </dgm:pt>
    <dgm:pt modelId="{CFEC1D36-5B47-433C-8AFE-D61D6E848647}" type="pres">
      <dgm:prSet presAssocID="{FF7C974E-B250-4E59-A1FB-752CB214F172}" presName="hierChild5" presStyleCnt="0"/>
      <dgm:spPr/>
    </dgm:pt>
    <dgm:pt modelId="{D24D5EE5-77AF-45F4-8122-CAC55EABFA34}" type="pres">
      <dgm:prSet presAssocID="{A2C93BDC-6F38-4AF7-A0D5-84782853CD4C}" presName="hierChild3" presStyleCnt="0"/>
      <dgm:spPr/>
    </dgm:pt>
  </dgm:ptLst>
  <dgm:cxnLst>
    <dgm:cxn modelId="{234AA70C-22B6-4CA5-93C7-63022B74EE76}" type="presOf" srcId="{FF7C974E-B250-4E59-A1FB-752CB214F172}" destId="{7FBA07DC-6FC9-463A-81B3-91939BA6E219}" srcOrd="1" destOrd="0" presId="urn:microsoft.com/office/officeart/2009/3/layout/HorizontalOrganizationChart"/>
    <dgm:cxn modelId="{D113101C-8FFB-4FBC-83E8-5BD87A3DB174}" srcId="{6B3431FE-499B-4C81-A98B-7551F1583661}" destId="{AF5F8CCE-87F9-4822-AB85-C59C7D84AB95}" srcOrd="2" destOrd="0" parTransId="{6FA58025-3209-44D7-8660-25D73B8E4A42}" sibTransId="{F4843FF1-0C72-4FD9-9C26-8DE322F348DC}"/>
    <dgm:cxn modelId="{5D95BC1F-FF2D-47E8-8614-65AE625B14DC}" type="presOf" srcId="{A2C93BDC-6F38-4AF7-A0D5-84782853CD4C}" destId="{BA3344EF-A632-459C-AD2B-BB3DCF9F432D}" srcOrd="0" destOrd="0" presId="urn:microsoft.com/office/officeart/2009/3/layout/HorizontalOrganizationChart"/>
    <dgm:cxn modelId="{DB4ABB24-BC31-4C8A-83DC-8EFB4F8B23BE}" srcId="{6B3431FE-499B-4C81-A98B-7551F1583661}" destId="{929986A1-6B75-4E38-879C-AC72B4AD603E}" srcOrd="1" destOrd="0" parTransId="{3FC3BF5B-7A79-4A8A-BE02-7BF71C6337C8}" sibTransId="{82D2A3FA-5DAB-44DD-BFF4-B37BBE55FCA1}"/>
    <dgm:cxn modelId="{D7CF0525-92F3-4BED-9595-7836DD77FDA9}" srcId="{A2C93BDC-6F38-4AF7-A0D5-84782853CD4C}" destId="{CBCA5B7A-CADB-4F45-8408-A884B18FDA2D}" srcOrd="0" destOrd="0" parTransId="{2702B639-53E8-4387-976F-EFF77C05C581}" sibTransId="{606E44C4-B824-460D-8615-37EEF77DB357}"/>
    <dgm:cxn modelId="{0DB5D32A-5D69-4E63-A4E8-00A34665FE1C}" type="presOf" srcId="{929986A1-6B75-4E38-879C-AC72B4AD603E}" destId="{15F0F870-8DA1-43FA-9B56-7FCEE02D6372}" srcOrd="0" destOrd="0" presId="urn:microsoft.com/office/officeart/2009/3/layout/HorizontalOrganizationChart"/>
    <dgm:cxn modelId="{28F0BC3E-437C-4548-8E48-A72CB97A7686}" type="presOf" srcId="{7DB13FBC-2C6B-496B-8B9E-EB30AE70A6FC}" destId="{602C8369-D50F-4BD3-958C-E4C804AA10D9}" srcOrd="1" destOrd="0" presId="urn:microsoft.com/office/officeart/2009/3/layout/HorizontalOrganizationChart"/>
    <dgm:cxn modelId="{D32A124D-CD36-406A-B076-C56427A5AD3C}" type="presOf" srcId="{5BEDCDBF-CF3E-422D-9F3E-A91BE48BC8B8}" destId="{B245099D-B156-4FA5-A062-858CE86A5736}" srcOrd="0" destOrd="0" presId="urn:microsoft.com/office/officeart/2009/3/layout/HorizontalOrganizationChart"/>
    <dgm:cxn modelId="{9724B771-8E9D-47E8-A97B-6D329D504843}" type="presOf" srcId="{FF7C974E-B250-4E59-A1FB-752CB214F172}" destId="{617ED9D4-99AC-4E47-86EA-C18291AFA984}" srcOrd="0" destOrd="0" presId="urn:microsoft.com/office/officeart/2009/3/layout/HorizontalOrganizationChart"/>
    <dgm:cxn modelId="{21F11C52-DEC4-46CE-BE59-63B8DD93143E}" type="presOf" srcId="{2702B639-53E8-4387-976F-EFF77C05C581}" destId="{CD471BD5-6DBE-43F9-9434-BC59C2054658}" srcOrd="0" destOrd="0" presId="urn:microsoft.com/office/officeart/2009/3/layout/HorizontalOrganizationChart"/>
    <dgm:cxn modelId="{2A63127F-AB83-4961-94C0-76FE336DEC36}" type="presOf" srcId="{AF5F8CCE-87F9-4822-AB85-C59C7D84AB95}" destId="{554FE251-E0BD-4207-86FC-4509FE6A4FED}" srcOrd="0" destOrd="0" presId="urn:microsoft.com/office/officeart/2009/3/layout/HorizontalOrganizationChart"/>
    <dgm:cxn modelId="{8DD3AB84-3238-4D59-870B-29C14D67A329}" type="presOf" srcId="{6B3431FE-499B-4C81-A98B-7551F1583661}" destId="{E82D894C-3E65-4F1F-823C-19DBBA2076B0}" srcOrd="0" destOrd="0" presId="urn:microsoft.com/office/officeart/2009/3/layout/HorizontalOrganizationChart"/>
    <dgm:cxn modelId="{64E7DC85-A834-4393-847E-3CCCBF4E39F4}" srcId="{A2C93BDC-6F38-4AF7-A0D5-84782853CD4C}" destId="{FF7C974E-B250-4E59-A1FB-752CB214F172}" srcOrd="1" destOrd="0" parTransId="{5BEDCDBF-CF3E-422D-9F3E-A91BE48BC8B8}" sibTransId="{B1EF3D39-E9A7-4E90-AFCA-90916331891A}"/>
    <dgm:cxn modelId="{1F8F3F94-9989-4576-A515-59422A3A3B40}" srcId="{6B3431FE-499B-4C81-A98B-7551F1583661}" destId="{A2C93BDC-6F38-4AF7-A0D5-84782853CD4C}" srcOrd="3" destOrd="0" parTransId="{4E6BA545-4097-48C2-9995-D9E3CC575C59}" sibTransId="{66E28CC1-C672-4A64-B332-66C7A573024C}"/>
    <dgm:cxn modelId="{C4BE109F-0FB1-49C6-B62D-EEAC5074F858}" srcId="{6B3431FE-499B-4C81-A98B-7551F1583661}" destId="{7DB13FBC-2C6B-496B-8B9E-EB30AE70A6FC}" srcOrd="0" destOrd="0" parTransId="{6F96A087-95C9-4498-AEEB-4CC33DCD20B3}" sibTransId="{6017186B-63B6-429E-8BAF-B89C46C595D6}"/>
    <dgm:cxn modelId="{32477FDA-C283-46F0-BB6C-72B8252BE58C}" type="presOf" srcId="{A2C93BDC-6F38-4AF7-A0D5-84782853CD4C}" destId="{244A78F0-1643-41A5-8F30-657511D755C8}" srcOrd="1" destOrd="0" presId="urn:microsoft.com/office/officeart/2009/3/layout/HorizontalOrganizationChart"/>
    <dgm:cxn modelId="{8BBA00DC-F773-48C0-A15B-164A94B699FF}" type="presOf" srcId="{AF5F8CCE-87F9-4822-AB85-C59C7D84AB95}" destId="{9A8FF287-867B-49CB-B477-BC5C580F7362}" srcOrd="1" destOrd="0" presId="urn:microsoft.com/office/officeart/2009/3/layout/HorizontalOrganizationChart"/>
    <dgm:cxn modelId="{FC1DFFDF-7D3F-45D7-9504-83A7C09DC4E4}" type="presOf" srcId="{CBCA5B7A-CADB-4F45-8408-A884B18FDA2D}" destId="{79176427-8EDC-405F-B248-C786DF070C04}" srcOrd="0" destOrd="0" presId="urn:microsoft.com/office/officeart/2009/3/layout/HorizontalOrganizationChart"/>
    <dgm:cxn modelId="{D9790BE3-AA80-4215-8020-958E26F54D0E}" type="presOf" srcId="{7DB13FBC-2C6B-496B-8B9E-EB30AE70A6FC}" destId="{FCB423BF-0D92-404E-A938-91D8E73120D9}" srcOrd="0" destOrd="0" presId="urn:microsoft.com/office/officeart/2009/3/layout/HorizontalOrganizationChart"/>
    <dgm:cxn modelId="{CAEAE3EB-2F2C-4102-9644-412F42824CC8}" type="presOf" srcId="{929986A1-6B75-4E38-879C-AC72B4AD603E}" destId="{0CEBE7CE-3FB4-4611-88CF-839BC137C841}" srcOrd="1" destOrd="0" presId="urn:microsoft.com/office/officeart/2009/3/layout/HorizontalOrganizationChart"/>
    <dgm:cxn modelId="{961DD4FC-61EB-4499-AD95-33CAAC65596A}" type="presOf" srcId="{CBCA5B7A-CADB-4F45-8408-A884B18FDA2D}" destId="{898A2491-E49A-4994-B54B-2C71E901B471}" srcOrd="1" destOrd="0" presId="urn:microsoft.com/office/officeart/2009/3/layout/HorizontalOrganizationChart"/>
    <dgm:cxn modelId="{8AC9B9AE-8C8A-4254-B5CB-3F42FD86960F}" type="presParOf" srcId="{E82D894C-3E65-4F1F-823C-19DBBA2076B0}" destId="{90DC79A7-F7E2-4B0D-A570-80133633F1AB}" srcOrd="0" destOrd="0" presId="urn:microsoft.com/office/officeart/2009/3/layout/HorizontalOrganizationChart"/>
    <dgm:cxn modelId="{E105A4B2-16B2-4EA3-9BB7-14B64748D38F}" type="presParOf" srcId="{90DC79A7-F7E2-4B0D-A570-80133633F1AB}" destId="{49EB8470-6114-44EA-B5B7-BE0220368C06}" srcOrd="0" destOrd="0" presId="urn:microsoft.com/office/officeart/2009/3/layout/HorizontalOrganizationChart"/>
    <dgm:cxn modelId="{8FD2BEE0-5623-4C99-AE07-5F8F8B030C13}" type="presParOf" srcId="{49EB8470-6114-44EA-B5B7-BE0220368C06}" destId="{FCB423BF-0D92-404E-A938-91D8E73120D9}" srcOrd="0" destOrd="0" presId="urn:microsoft.com/office/officeart/2009/3/layout/HorizontalOrganizationChart"/>
    <dgm:cxn modelId="{6F314491-AA40-4123-8CE3-9188BD6817A1}" type="presParOf" srcId="{49EB8470-6114-44EA-B5B7-BE0220368C06}" destId="{602C8369-D50F-4BD3-958C-E4C804AA10D9}" srcOrd="1" destOrd="0" presId="urn:microsoft.com/office/officeart/2009/3/layout/HorizontalOrganizationChart"/>
    <dgm:cxn modelId="{15788468-7594-480D-973D-6DC11E414D78}" type="presParOf" srcId="{90DC79A7-F7E2-4B0D-A570-80133633F1AB}" destId="{75B36DA0-0226-42E2-AABB-24E03BC95E4C}" srcOrd="1" destOrd="0" presId="urn:microsoft.com/office/officeart/2009/3/layout/HorizontalOrganizationChart"/>
    <dgm:cxn modelId="{D7B0307E-2105-4A6C-B4AB-CB5CEC92E42B}" type="presParOf" srcId="{90DC79A7-F7E2-4B0D-A570-80133633F1AB}" destId="{4D6AAA00-DF26-4B80-B62F-6767AF49D077}" srcOrd="2" destOrd="0" presId="urn:microsoft.com/office/officeart/2009/3/layout/HorizontalOrganizationChart"/>
    <dgm:cxn modelId="{15103657-35F6-4549-A1A5-4929A880631C}" type="presParOf" srcId="{E82D894C-3E65-4F1F-823C-19DBBA2076B0}" destId="{C72635DC-54B8-46E8-9383-374A00C71ECF}" srcOrd="1" destOrd="0" presId="urn:microsoft.com/office/officeart/2009/3/layout/HorizontalOrganizationChart"/>
    <dgm:cxn modelId="{DCA9786D-3339-4087-AA65-32B37F9FCD45}" type="presParOf" srcId="{C72635DC-54B8-46E8-9383-374A00C71ECF}" destId="{27F3A3CD-DA3B-4F1A-842A-00D0F696010D}" srcOrd="0" destOrd="0" presId="urn:microsoft.com/office/officeart/2009/3/layout/HorizontalOrganizationChart"/>
    <dgm:cxn modelId="{E32B22BB-D304-4DB4-A07D-5BD27204B412}" type="presParOf" srcId="{27F3A3CD-DA3B-4F1A-842A-00D0F696010D}" destId="{15F0F870-8DA1-43FA-9B56-7FCEE02D6372}" srcOrd="0" destOrd="0" presId="urn:microsoft.com/office/officeart/2009/3/layout/HorizontalOrganizationChart"/>
    <dgm:cxn modelId="{B108A0AE-2DBB-4B9A-9296-E03008592785}" type="presParOf" srcId="{27F3A3CD-DA3B-4F1A-842A-00D0F696010D}" destId="{0CEBE7CE-3FB4-4611-88CF-839BC137C841}" srcOrd="1" destOrd="0" presId="urn:microsoft.com/office/officeart/2009/3/layout/HorizontalOrganizationChart"/>
    <dgm:cxn modelId="{014F400E-C29F-4685-BD18-D0F6CBBEB138}" type="presParOf" srcId="{C72635DC-54B8-46E8-9383-374A00C71ECF}" destId="{06E3DDF2-4D3B-4E6E-99BC-F7D668D1AC66}" srcOrd="1" destOrd="0" presId="urn:microsoft.com/office/officeart/2009/3/layout/HorizontalOrganizationChart"/>
    <dgm:cxn modelId="{62E44FDB-8171-4D38-878F-EDB64A4D4955}" type="presParOf" srcId="{C72635DC-54B8-46E8-9383-374A00C71ECF}" destId="{04EF35FE-F3B4-4CC6-A3DA-23237B10F542}" srcOrd="2" destOrd="0" presId="urn:microsoft.com/office/officeart/2009/3/layout/HorizontalOrganizationChart"/>
    <dgm:cxn modelId="{6C284886-0D88-4BA4-8C07-B94314198523}" type="presParOf" srcId="{E82D894C-3E65-4F1F-823C-19DBBA2076B0}" destId="{B818F50A-D8AD-4F07-8F67-EF950E1D180B}" srcOrd="2" destOrd="0" presId="urn:microsoft.com/office/officeart/2009/3/layout/HorizontalOrganizationChart"/>
    <dgm:cxn modelId="{DB22D699-3C68-4876-8CD1-0A8281F37035}" type="presParOf" srcId="{B818F50A-D8AD-4F07-8F67-EF950E1D180B}" destId="{55A85394-1C3C-40E0-9BCC-687CDC3C9C34}" srcOrd="0" destOrd="0" presId="urn:microsoft.com/office/officeart/2009/3/layout/HorizontalOrganizationChart"/>
    <dgm:cxn modelId="{CD1870AF-73DC-41FE-BFEE-F4715FCC1183}" type="presParOf" srcId="{55A85394-1C3C-40E0-9BCC-687CDC3C9C34}" destId="{554FE251-E0BD-4207-86FC-4509FE6A4FED}" srcOrd="0" destOrd="0" presId="urn:microsoft.com/office/officeart/2009/3/layout/HorizontalOrganizationChart"/>
    <dgm:cxn modelId="{D78D325D-95BC-4FDB-8E72-3E5AF20A21CA}" type="presParOf" srcId="{55A85394-1C3C-40E0-9BCC-687CDC3C9C34}" destId="{9A8FF287-867B-49CB-B477-BC5C580F7362}" srcOrd="1" destOrd="0" presId="urn:microsoft.com/office/officeart/2009/3/layout/HorizontalOrganizationChart"/>
    <dgm:cxn modelId="{E0B886BD-9BA8-4529-A3DF-510983AEB4E4}" type="presParOf" srcId="{B818F50A-D8AD-4F07-8F67-EF950E1D180B}" destId="{DF27F900-859B-4BC8-8796-733FEAD48077}" srcOrd="1" destOrd="0" presId="urn:microsoft.com/office/officeart/2009/3/layout/HorizontalOrganizationChart"/>
    <dgm:cxn modelId="{13EFE32E-6287-4477-9393-494C2F97E61C}" type="presParOf" srcId="{B818F50A-D8AD-4F07-8F67-EF950E1D180B}" destId="{CE4FF657-858D-4C00-B754-FC1EC5D18AFE}" srcOrd="2" destOrd="0" presId="urn:microsoft.com/office/officeart/2009/3/layout/HorizontalOrganizationChart"/>
    <dgm:cxn modelId="{078FA3E3-56B5-47A0-8285-73CB31B8C75E}" type="presParOf" srcId="{E82D894C-3E65-4F1F-823C-19DBBA2076B0}" destId="{3406F381-6A6F-4BCE-8540-E65982BE40F8}" srcOrd="3" destOrd="0" presId="urn:microsoft.com/office/officeart/2009/3/layout/HorizontalOrganizationChart"/>
    <dgm:cxn modelId="{E7B5D149-C6DC-426B-859A-BBFF665ACA5A}" type="presParOf" srcId="{3406F381-6A6F-4BCE-8540-E65982BE40F8}" destId="{99A76856-9D60-4E0A-8F97-7C9CBF8E5D60}" srcOrd="0" destOrd="0" presId="urn:microsoft.com/office/officeart/2009/3/layout/HorizontalOrganizationChart"/>
    <dgm:cxn modelId="{D1C8F2C2-A458-4C52-A481-8507A00375F5}" type="presParOf" srcId="{99A76856-9D60-4E0A-8F97-7C9CBF8E5D60}" destId="{BA3344EF-A632-459C-AD2B-BB3DCF9F432D}" srcOrd="0" destOrd="0" presId="urn:microsoft.com/office/officeart/2009/3/layout/HorizontalOrganizationChart"/>
    <dgm:cxn modelId="{A1AAA62D-B202-4984-A8D2-C950E2CC931F}" type="presParOf" srcId="{99A76856-9D60-4E0A-8F97-7C9CBF8E5D60}" destId="{244A78F0-1643-41A5-8F30-657511D755C8}" srcOrd="1" destOrd="0" presId="urn:microsoft.com/office/officeart/2009/3/layout/HorizontalOrganizationChart"/>
    <dgm:cxn modelId="{AB2E7996-EC0F-426E-8111-4840A3336B5A}" type="presParOf" srcId="{3406F381-6A6F-4BCE-8540-E65982BE40F8}" destId="{935888C8-6DD9-4FC1-AB54-52C22011EC0A}" srcOrd="1" destOrd="0" presId="urn:microsoft.com/office/officeart/2009/3/layout/HorizontalOrganizationChart"/>
    <dgm:cxn modelId="{AC692D37-66E7-4EB0-BC90-BF8DB2D3396B}" type="presParOf" srcId="{935888C8-6DD9-4FC1-AB54-52C22011EC0A}" destId="{CD471BD5-6DBE-43F9-9434-BC59C2054658}" srcOrd="0" destOrd="0" presId="urn:microsoft.com/office/officeart/2009/3/layout/HorizontalOrganizationChart"/>
    <dgm:cxn modelId="{CA601DF3-51D0-4F20-85BC-EBCD695E78B2}" type="presParOf" srcId="{935888C8-6DD9-4FC1-AB54-52C22011EC0A}" destId="{709D4CE4-1866-4972-A0BA-7520D5B1CBFA}" srcOrd="1" destOrd="0" presId="urn:microsoft.com/office/officeart/2009/3/layout/HorizontalOrganizationChart"/>
    <dgm:cxn modelId="{6E397D81-F74F-4F47-8578-3A1EA0BF915C}" type="presParOf" srcId="{709D4CE4-1866-4972-A0BA-7520D5B1CBFA}" destId="{17522BDC-63A7-42B6-991D-42DCA5851F73}" srcOrd="0" destOrd="0" presId="urn:microsoft.com/office/officeart/2009/3/layout/HorizontalOrganizationChart"/>
    <dgm:cxn modelId="{7EFBABE9-DA12-44E7-A230-CA8FCF59849B}" type="presParOf" srcId="{17522BDC-63A7-42B6-991D-42DCA5851F73}" destId="{79176427-8EDC-405F-B248-C786DF070C04}" srcOrd="0" destOrd="0" presId="urn:microsoft.com/office/officeart/2009/3/layout/HorizontalOrganizationChart"/>
    <dgm:cxn modelId="{847994CA-D3B1-4859-8F94-7A2A2991D9F5}" type="presParOf" srcId="{17522BDC-63A7-42B6-991D-42DCA5851F73}" destId="{898A2491-E49A-4994-B54B-2C71E901B471}" srcOrd="1" destOrd="0" presId="urn:microsoft.com/office/officeart/2009/3/layout/HorizontalOrganizationChart"/>
    <dgm:cxn modelId="{8CFB71C0-4F36-41F5-928D-EA942BD3CEC1}" type="presParOf" srcId="{709D4CE4-1866-4972-A0BA-7520D5B1CBFA}" destId="{4079B24F-5A14-441D-A8F4-7FA5A0136DC0}" srcOrd="1" destOrd="0" presId="urn:microsoft.com/office/officeart/2009/3/layout/HorizontalOrganizationChart"/>
    <dgm:cxn modelId="{58642284-DBE1-4328-A447-2AD7A9A3A185}" type="presParOf" srcId="{709D4CE4-1866-4972-A0BA-7520D5B1CBFA}" destId="{70B7F6C2-3C46-455A-B395-52528CD6C989}" srcOrd="2" destOrd="0" presId="urn:microsoft.com/office/officeart/2009/3/layout/HorizontalOrganizationChart"/>
    <dgm:cxn modelId="{908C56C7-3461-4B28-BA84-0ED46FBDA8CF}" type="presParOf" srcId="{935888C8-6DD9-4FC1-AB54-52C22011EC0A}" destId="{B245099D-B156-4FA5-A062-858CE86A5736}" srcOrd="2" destOrd="0" presId="urn:microsoft.com/office/officeart/2009/3/layout/HorizontalOrganizationChart"/>
    <dgm:cxn modelId="{D2F1E9ED-62D0-4389-8F5A-DE699C5140D2}" type="presParOf" srcId="{935888C8-6DD9-4FC1-AB54-52C22011EC0A}" destId="{6ED4EF14-3F2D-4EC3-AA7A-2EB04536D7F4}" srcOrd="3" destOrd="0" presId="urn:microsoft.com/office/officeart/2009/3/layout/HorizontalOrganizationChart"/>
    <dgm:cxn modelId="{FB3CEB2A-C7B5-4CA5-B207-075A578E4F11}" type="presParOf" srcId="{6ED4EF14-3F2D-4EC3-AA7A-2EB04536D7F4}" destId="{19C3776D-6B21-4D28-ADC4-0F47EE2339A7}" srcOrd="0" destOrd="0" presId="urn:microsoft.com/office/officeart/2009/3/layout/HorizontalOrganizationChart"/>
    <dgm:cxn modelId="{E602BE4E-19CE-46C1-8D78-1F9AC4604514}" type="presParOf" srcId="{19C3776D-6B21-4D28-ADC4-0F47EE2339A7}" destId="{617ED9D4-99AC-4E47-86EA-C18291AFA984}" srcOrd="0" destOrd="0" presId="urn:microsoft.com/office/officeart/2009/3/layout/HorizontalOrganizationChart"/>
    <dgm:cxn modelId="{7374D5FA-9734-4D73-A1ED-041F3FDF8C0D}" type="presParOf" srcId="{19C3776D-6B21-4D28-ADC4-0F47EE2339A7}" destId="{7FBA07DC-6FC9-463A-81B3-91939BA6E219}" srcOrd="1" destOrd="0" presId="urn:microsoft.com/office/officeart/2009/3/layout/HorizontalOrganizationChart"/>
    <dgm:cxn modelId="{216B63A5-A4A2-4F5E-B49F-35B2A848B4C6}" type="presParOf" srcId="{6ED4EF14-3F2D-4EC3-AA7A-2EB04536D7F4}" destId="{9E4B2796-5FAE-4304-8178-B48335B840DE}" srcOrd="1" destOrd="0" presId="urn:microsoft.com/office/officeart/2009/3/layout/HorizontalOrganizationChart"/>
    <dgm:cxn modelId="{BD19FD15-DADC-41A8-B6EC-B980D5553BD9}" type="presParOf" srcId="{6ED4EF14-3F2D-4EC3-AA7A-2EB04536D7F4}" destId="{CFEC1D36-5B47-433C-8AFE-D61D6E848647}" srcOrd="2" destOrd="0" presId="urn:microsoft.com/office/officeart/2009/3/layout/HorizontalOrganizationChart"/>
    <dgm:cxn modelId="{2F7541DE-00B2-4A6E-AB56-1F00A125813F}" type="presParOf" srcId="{3406F381-6A6F-4BCE-8540-E65982BE40F8}" destId="{D24D5EE5-77AF-45F4-8122-CAC55EABFA34}" srcOrd="2" destOrd="0" presId="urn:microsoft.com/office/officeart/2009/3/layout/HorizontalOrganizationChar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B715046-C753-458D-8B7F-FF1518AF9F0B}">
      <dsp:nvSpPr>
        <dsp:cNvPr id="0" name=""/>
        <dsp:cNvSpPr/>
      </dsp:nvSpPr>
      <dsp:spPr>
        <a:xfrm>
          <a:off x="0" y="591343"/>
          <a:ext cx="2571749" cy="154305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Iterativt arbete i faser</a:t>
          </a:r>
        </a:p>
      </dsp:txBody>
      <dsp:txXfrm>
        <a:off x="0" y="591343"/>
        <a:ext cx="2571749" cy="1543050"/>
      </dsp:txXfrm>
    </dsp:sp>
    <dsp:sp modelId="{1DC23567-3D6A-487C-8A7E-ED52D966528B}">
      <dsp:nvSpPr>
        <dsp:cNvPr id="0" name=""/>
        <dsp:cNvSpPr/>
      </dsp:nvSpPr>
      <dsp:spPr>
        <a:xfrm>
          <a:off x="2828925" y="591343"/>
          <a:ext cx="2571749" cy="154305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Varje fas bryts ner i delmoment</a:t>
          </a:r>
        </a:p>
      </dsp:txBody>
      <dsp:txXfrm>
        <a:off x="2828925" y="591343"/>
        <a:ext cx="2571749" cy="1543050"/>
      </dsp:txXfrm>
    </dsp:sp>
    <dsp:sp modelId="{947B23C0-5620-4EC2-8F24-2F5D41782B89}">
      <dsp:nvSpPr>
        <dsp:cNvPr id="0" name=""/>
        <dsp:cNvSpPr/>
      </dsp:nvSpPr>
      <dsp:spPr>
        <a:xfrm>
          <a:off x="5657849" y="591343"/>
          <a:ext cx="2571749" cy="154305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Simulerar agilt arbete utan formella sprints</a:t>
          </a:r>
        </a:p>
      </dsp:txBody>
      <dsp:txXfrm>
        <a:off x="5657849" y="591343"/>
        <a:ext cx="2571749" cy="1543050"/>
      </dsp:txXfrm>
    </dsp:sp>
    <dsp:sp modelId="{5D3DF557-199D-4E43-805B-EC1A4A35A8D3}">
      <dsp:nvSpPr>
        <dsp:cNvPr id="0" name=""/>
        <dsp:cNvSpPr/>
      </dsp:nvSpPr>
      <dsp:spPr>
        <a:xfrm>
          <a:off x="1414462" y="2391569"/>
          <a:ext cx="2571749" cy="154305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Dokumentation via ADR (Architecture Decision Records)</a:t>
          </a:r>
        </a:p>
      </dsp:txBody>
      <dsp:txXfrm>
        <a:off x="1414462" y="2391569"/>
        <a:ext cx="2571749" cy="1543050"/>
      </dsp:txXfrm>
    </dsp:sp>
    <dsp:sp modelId="{94CA5C45-FD30-4F9E-84A3-92F9637A8FDA}">
      <dsp:nvSpPr>
        <dsp:cNvPr id="0" name=""/>
        <dsp:cNvSpPr/>
      </dsp:nvSpPr>
      <dsp:spPr>
        <a:xfrm>
          <a:off x="4243387" y="2391569"/>
          <a:ext cx="2571749" cy="154305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Kontinuerlig refaktorering och förbättring</a:t>
          </a:r>
        </a:p>
      </dsp:txBody>
      <dsp:txXfrm>
        <a:off x="4243387" y="2391569"/>
        <a:ext cx="2571749" cy="1543050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DCB4CB2-DAA5-4A4E-A2E1-1552D9E6B261}">
      <dsp:nvSpPr>
        <dsp:cNvPr id="0" name=""/>
        <dsp:cNvSpPr/>
      </dsp:nvSpPr>
      <dsp:spPr>
        <a:xfrm>
          <a:off x="2411" y="350242"/>
          <a:ext cx="1912739" cy="114764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Outbox Pattern</a:t>
          </a:r>
        </a:p>
      </dsp:txBody>
      <dsp:txXfrm>
        <a:off x="2411" y="350242"/>
        <a:ext cx="1912739" cy="1147643"/>
      </dsp:txXfrm>
    </dsp:sp>
    <dsp:sp modelId="{9DB15427-D4CE-4737-A350-3802287AC2B8}">
      <dsp:nvSpPr>
        <dsp:cNvPr id="0" name=""/>
        <dsp:cNvSpPr/>
      </dsp:nvSpPr>
      <dsp:spPr>
        <a:xfrm>
          <a:off x="2106423" y="350242"/>
          <a:ext cx="1912739" cy="114764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Sentinel Pattern</a:t>
          </a:r>
        </a:p>
      </dsp:txBody>
      <dsp:txXfrm>
        <a:off x="2106423" y="350242"/>
        <a:ext cx="1912739" cy="1147643"/>
      </dsp:txXfrm>
    </dsp:sp>
    <dsp:sp modelId="{A5ADE1E1-0D06-41B6-B045-75BE697E502F}">
      <dsp:nvSpPr>
        <dsp:cNvPr id="0" name=""/>
        <dsp:cNvSpPr/>
      </dsp:nvSpPr>
      <dsp:spPr>
        <a:xfrm>
          <a:off x="4210436" y="350242"/>
          <a:ext cx="1912739" cy="114764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Repository Pattern</a:t>
          </a:r>
        </a:p>
      </dsp:txBody>
      <dsp:txXfrm>
        <a:off x="4210436" y="350242"/>
        <a:ext cx="1912739" cy="1147643"/>
      </dsp:txXfrm>
    </dsp:sp>
    <dsp:sp modelId="{8A69BEE6-3FA9-46EA-BCE0-3254BC8C5186}">
      <dsp:nvSpPr>
        <dsp:cNvPr id="0" name=""/>
        <dsp:cNvSpPr/>
      </dsp:nvSpPr>
      <dsp:spPr>
        <a:xfrm>
          <a:off x="6314449" y="350242"/>
          <a:ext cx="1912739" cy="114764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Service Layer Pattern</a:t>
          </a:r>
        </a:p>
      </dsp:txBody>
      <dsp:txXfrm>
        <a:off x="6314449" y="350242"/>
        <a:ext cx="1912739" cy="1147643"/>
      </dsp:txXfrm>
    </dsp:sp>
    <dsp:sp modelId="{249662AA-5EDB-40C4-BF9E-D4B749B89FBE}">
      <dsp:nvSpPr>
        <dsp:cNvPr id="0" name=""/>
        <dsp:cNvSpPr/>
      </dsp:nvSpPr>
      <dsp:spPr>
        <a:xfrm>
          <a:off x="2411" y="1689159"/>
          <a:ext cx="1912739" cy="114764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Extension Methods Pattern</a:t>
          </a:r>
        </a:p>
      </dsp:txBody>
      <dsp:txXfrm>
        <a:off x="2411" y="1689159"/>
        <a:ext cx="1912739" cy="1147643"/>
      </dsp:txXfrm>
    </dsp:sp>
    <dsp:sp modelId="{D4912FCF-958F-4851-A4CE-772EE337575E}">
      <dsp:nvSpPr>
        <dsp:cNvPr id="0" name=""/>
        <dsp:cNvSpPr/>
      </dsp:nvSpPr>
      <dsp:spPr>
        <a:xfrm>
          <a:off x="2106423" y="1689159"/>
          <a:ext cx="1912739" cy="114764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Dependency Injection Pattern</a:t>
          </a:r>
        </a:p>
      </dsp:txBody>
      <dsp:txXfrm>
        <a:off x="2106423" y="1689159"/>
        <a:ext cx="1912739" cy="1147643"/>
      </dsp:txXfrm>
    </dsp:sp>
    <dsp:sp modelId="{8E579A6B-B466-4BDE-B3D7-2B193045FCA3}">
      <dsp:nvSpPr>
        <dsp:cNvPr id="0" name=""/>
        <dsp:cNvSpPr/>
      </dsp:nvSpPr>
      <dsp:spPr>
        <a:xfrm>
          <a:off x="4210436" y="1689159"/>
          <a:ext cx="1912739" cy="114764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Controller-based ”REST” Pattern</a:t>
          </a:r>
        </a:p>
      </dsp:txBody>
      <dsp:txXfrm>
        <a:off x="4210436" y="1689159"/>
        <a:ext cx="1912739" cy="1147643"/>
      </dsp:txXfrm>
    </dsp:sp>
    <dsp:sp modelId="{0E72A960-0BB4-4954-A474-16BB79216EFC}">
      <dsp:nvSpPr>
        <dsp:cNvPr id="0" name=""/>
        <dsp:cNvSpPr/>
      </dsp:nvSpPr>
      <dsp:spPr>
        <a:xfrm>
          <a:off x="6314449" y="1689159"/>
          <a:ext cx="1912739" cy="114764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Error Handling Pattern</a:t>
          </a:r>
        </a:p>
      </dsp:txBody>
      <dsp:txXfrm>
        <a:off x="6314449" y="1689159"/>
        <a:ext cx="1912739" cy="1147643"/>
      </dsp:txXfrm>
    </dsp:sp>
    <dsp:sp modelId="{5081B928-A183-45B8-97F2-6CDA49E764F3}">
      <dsp:nvSpPr>
        <dsp:cNvPr id="0" name=""/>
        <dsp:cNvSpPr/>
      </dsp:nvSpPr>
      <dsp:spPr>
        <a:xfrm>
          <a:off x="2106423" y="3028077"/>
          <a:ext cx="1912739" cy="114764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Feature Flag Pattern</a:t>
          </a:r>
        </a:p>
      </dsp:txBody>
      <dsp:txXfrm>
        <a:off x="2106423" y="3028077"/>
        <a:ext cx="1912739" cy="1147643"/>
      </dsp:txXfrm>
    </dsp:sp>
    <dsp:sp modelId="{45DD55EE-974E-41FC-A13D-D9C516323575}">
      <dsp:nvSpPr>
        <dsp:cNvPr id="0" name=""/>
        <dsp:cNvSpPr/>
      </dsp:nvSpPr>
      <dsp:spPr>
        <a:xfrm>
          <a:off x="4210436" y="3028077"/>
          <a:ext cx="1912739" cy="114764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Dual-System Coexistence Pattern</a:t>
          </a:r>
        </a:p>
      </dsp:txBody>
      <dsp:txXfrm>
        <a:off x="4210436" y="3028077"/>
        <a:ext cx="1912739" cy="1147643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245099D-B156-4FA5-A062-858CE86A5736}">
      <dsp:nvSpPr>
        <dsp:cNvPr id="0" name=""/>
        <dsp:cNvSpPr/>
      </dsp:nvSpPr>
      <dsp:spPr>
        <a:xfrm>
          <a:off x="3864908" y="3606149"/>
          <a:ext cx="499783" cy="537267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249891" y="0"/>
              </a:lnTo>
              <a:lnTo>
                <a:pt x="249891" y="537267"/>
              </a:lnTo>
              <a:lnTo>
                <a:pt x="499783" y="537267"/>
              </a:lnTo>
            </a:path>
          </a:pathLst>
        </a:cu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D471BD5-6DBE-43F9-9434-BC59C2054658}">
      <dsp:nvSpPr>
        <dsp:cNvPr id="0" name=""/>
        <dsp:cNvSpPr/>
      </dsp:nvSpPr>
      <dsp:spPr>
        <a:xfrm>
          <a:off x="3864908" y="3068882"/>
          <a:ext cx="499783" cy="537267"/>
        </a:xfrm>
        <a:custGeom>
          <a:avLst/>
          <a:gdLst/>
          <a:ahLst/>
          <a:cxnLst/>
          <a:rect l="0" t="0" r="0" b="0"/>
          <a:pathLst>
            <a:path>
              <a:moveTo>
                <a:pt x="0" y="537267"/>
              </a:moveTo>
              <a:lnTo>
                <a:pt x="249891" y="537267"/>
              </a:lnTo>
              <a:lnTo>
                <a:pt x="249891" y="0"/>
              </a:lnTo>
              <a:lnTo>
                <a:pt x="499783" y="0"/>
              </a:lnTo>
            </a:path>
          </a:pathLst>
        </a:cu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CB423BF-0D92-404E-A938-91D8E73120D9}">
      <dsp:nvSpPr>
        <dsp:cNvPr id="0" name=""/>
        <dsp:cNvSpPr/>
      </dsp:nvSpPr>
      <dsp:spPr>
        <a:xfrm>
          <a:off x="1365991" y="1461"/>
          <a:ext cx="2498917" cy="762169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335" tIns="13335" rIns="13335" bIns="13335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Autentisering (EntraID, Core Identity)</a:t>
          </a:r>
        </a:p>
      </dsp:txBody>
      <dsp:txXfrm>
        <a:off x="1365991" y="1461"/>
        <a:ext cx="2498917" cy="762169"/>
      </dsp:txXfrm>
    </dsp:sp>
    <dsp:sp modelId="{15F0F870-8DA1-43FA-9B56-7FCEE02D6372}">
      <dsp:nvSpPr>
        <dsp:cNvPr id="0" name=""/>
        <dsp:cNvSpPr/>
      </dsp:nvSpPr>
      <dsp:spPr>
        <a:xfrm>
          <a:off x="1365991" y="1075995"/>
          <a:ext cx="2498917" cy="762169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335" tIns="13335" rIns="13335" bIns="13335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Rollbaserad åtkomst</a:t>
          </a:r>
        </a:p>
      </dsp:txBody>
      <dsp:txXfrm>
        <a:off x="1365991" y="1075995"/>
        <a:ext cx="2498917" cy="762169"/>
      </dsp:txXfrm>
    </dsp:sp>
    <dsp:sp modelId="{554FE251-E0BD-4207-86FC-4509FE6A4FED}">
      <dsp:nvSpPr>
        <dsp:cNvPr id="0" name=""/>
        <dsp:cNvSpPr/>
      </dsp:nvSpPr>
      <dsp:spPr>
        <a:xfrm>
          <a:off x="1365991" y="2150530"/>
          <a:ext cx="2498917" cy="762169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335" tIns="13335" rIns="13335" bIns="13335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Felhantering och Loggning</a:t>
          </a:r>
        </a:p>
      </dsp:txBody>
      <dsp:txXfrm>
        <a:off x="1365991" y="2150530"/>
        <a:ext cx="2498917" cy="762169"/>
      </dsp:txXfrm>
    </dsp:sp>
    <dsp:sp modelId="{BA3344EF-A632-459C-AD2B-BB3DCF9F432D}">
      <dsp:nvSpPr>
        <dsp:cNvPr id="0" name=""/>
        <dsp:cNvSpPr/>
      </dsp:nvSpPr>
      <dsp:spPr>
        <a:xfrm>
          <a:off x="1365991" y="3225064"/>
          <a:ext cx="2498917" cy="762169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335" tIns="13335" rIns="13335" bIns="13335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Testning</a:t>
          </a:r>
        </a:p>
      </dsp:txBody>
      <dsp:txXfrm>
        <a:off x="1365991" y="3225064"/>
        <a:ext cx="2498917" cy="762169"/>
      </dsp:txXfrm>
    </dsp:sp>
    <dsp:sp modelId="{79176427-8EDC-405F-B248-C786DF070C04}">
      <dsp:nvSpPr>
        <dsp:cNvPr id="0" name=""/>
        <dsp:cNvSpPr/>
      </dsp:nvSpPr>
      <dsp:spPr>
        <a:xfrm>
          <a:off x="4364691" y="2687797"/>
          <a:ext cx="2498917" cy="762169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335" tIns="13335" rIns="13335" bIns="13335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xUnit (unit)</a:t>
          </a:r>
        </a:p>
      </dsp:txBody>
      <dsp:txXfrm>
        <a:off x="4364691" y="2687797"/>
        <a:ext cx="2498917" cy="762169"/>
      </dsp:txXfrm>
    </dsp:sp>
    <dsp:sp modelId="{617ED9D4-99AC-4E47-86EA-C18291AFA984}">
      <dsp:nvSpPr>
        <dsp:cNvPr id="0" name=""/>
        <dsp:cNvSpPr/>
      </dsp:nvSpPr>
      <dsp:spPr>
        <a:xfrm>
          <a:off x="4364691" y="3762331"/>
          <a:ext cx="2498917" cy="762169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335" tIns="13335" rIns="13335" bIns="13335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Nsubstitute (integration)</a:t>
          </a:r>
        </a:p>
      </dsp:txBody>
      <dsp:txXfrm>
        <a:off x="4364691" y="3762331"/>
        <a:ext cx="2498917" cy="76216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9/3/layout/HorizontalOrganizationChart">
  <dgm:title val=""/>
  <dgm:desc val=""/>
  <dgm:catLst>
    <dgm:cat type="hierarchy" pri="4300"/>
  </dgm:catLst>
  <dgm:sampData>
    <dgm:dataModel>
      <dgm:ptLst>
        <dgm:pt modelId="0" type="doc"/>
        <dgm:pt modelId="1">
          <dgm:prSet phldr="1"/>
        </dgm:pt>
        <dgm:pt modelId="2" type="asst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  <dgm:cxn modelId="9" srcId="1" destId="5" srcOrd="3" destOrd="0"/>
      </dgm:cxnLst>
      <dgm:bg/>
      <dgm:whole/>
    </dgm:dataModel>
  </dgm:sampData>
  <dgm:styleData>
    <dgm:dataModel>
      <dgm:ptLst>
        <dgm:pt modelId="0" type="doc"/>
        <dgm:pt modelId="1"/>
        <dgm:pt modelId="12"/>
        <dgm:pt modelId="13"/>
      </dgm:ptLst>
      <dgm:cxnLst>
        <dgm:cxn modelId="2" srcId="0" destId="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 type="asst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hierChild1">
    <dgm:varLst>
      <dgm:orgChart val="1"/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T"/>
          <dgm:param type="chAlign" val="l"/>
        </dgm:alg>
      </dgm:if>
      <dgm:else name="Name2">
        <dgm:alg type="hierChild">
          <dgm:param type="linDir" val="fromT"/>
          <dgm:param type="ch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305"/>
      <dgm:constr type="w" for="des" forName="rootComposite" refType="w" fact="10"/>
      <dgm:constr type="h" for="des" forName="rootComposite" refType="w" refFor="des" refForName="rootComposite1" fact="0.305"/>
      <dgm:constr type="w" for="des" forName="rootComposite3" refType="w" fact="10"/>
      <dgm:constr type="h" for="des" forName="rootComposite3" refType="w" refFor="des" refForName="rootComposite1" fact="0.305"/>
      <dgm:constr type="primFontSz" for="des" ptType="node" op="equ"/>
      <dgm:constr type="sp" for="des" op="equ"/>
      <dgm:constr type="sp" for="des" forName="hierRoot1" refType="w" refFor="des" refForName="rootComposite1" fact="0.2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125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125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ruleLst/>
    <dgm:forEach name="Name3" axis="ch">
      <dgm:forEach name="Name4" axis="self" ptType="node">
        <dgm:layoutNode name="hierRoot1">
          <dgm:varLst>
            <dgm:hierBranch val="init"/>
          </dgm:varLst>
          <dgm:choose name="Name5">
            <dgm:if name="Name6" func="var" arg="hierBranch" op="equ" val="l">
              <dgm:choose name="Name7">
                <dgm:if name="Name8" func="var" arg="dir" op="equ" val="norm">
                  <dgm:alg type="hierRoot">
                    <dgm:param type="hierAlign" val="lT"/>
                  </dgm:alg>
                  <dgm:constrLst>
                    <dgm:constr type="alignOff" val="0.75"/>
                  </dgm:constrLst>
                </dgm:if>
                <dgm:else name="Name9">
                  <dgm:alg type="hierRoot">
                    <dgm:param type="hierAlign" val="rT"/>
                  </dgm:alg>
                  <dgm:constrLst>
                    <dgm:constr type="alignOff" val="0.75"/>
                  </dgm:constrLst>
                </dgm:else>
              </dgm:choose>
            </dgm:if>
            <dgm:if name="Name10" func="var" arg="hierBranch" op="equ" val="r">
              <dgm:choose name="Name11">
                <dgm:if name="Name12" func="var" arg="dir" op="equ" val="norm">
                  <dgm:alg type="hierRoot">
                    <dgm:param type="hierAlign" val="lB"/>
                  </dgm:alg>
                  <dgm:constrLst>
                    <dgm:constr type="alignOff" val="0.75"/>
                  </dgm:constrLst>
                </dgm:if>
                <dgm:else name="Name13">
                  <dgm:alg type="hierRoot">
                    <dgm:param type="hierAlign" val="rB"/>
                  </dgm:alg>
                  <dgm:constrLst>
                    <dgm:constr type="alignOff" val="0.75"/>
                  </dgm:constrLst>
                </dgm:else>
              </dgm:choose>
            </dgm:if>
            <dgm:if name="Name14" func="var" arg="hierBranch" op="equ" val="hang">
              <dgm:choose name="Name15">
                <dgm:if name="Name16" func="var" arg="dir" op="equ" val="norm">
                  <dgm:alg type="hierRoot">
                    <dgm:param type="hierAlign" val="lCtrCh"/>
                  </dgm:alg>
                  <dgm:constrLst>
                    <dgm:constr type="alignOff" val="0.65"/>
                  </dgm:constrLst>
                </dgm:if>
                <dgm:else name="Name17">
                  <dgm:alg type="hierRoot">
                    <dgm:param type="hierAlign" val="rCtrCh"/>
                  </dgm:alg>
                  <dgm:constrLst>
                    <dgm:constr type="alignOff" val="0.65"/>
                  </dgm:constrLst>
                </dgm:else>
              </dgm:choose>
            </dgm:if>
            <dgm:else name="Name18">
              <dgm:choose name="Name19">
                <dgm:if name="Name20" func="var" arg="dir" op="equ" val="norm">
                  <dgm:alg type="hierRoot">
                    <dgm:param type="hierAlign" val="lCtrCh"/>
                  </dgm:alg>
                  <dgm:constrLst>
                    <dgm:constr type="alignOff"/>
                    <dgm:constr type="bendDist" for="des" ptType="parTrans" refType="sp" fact="0.5"/>
                  </dgm:constrLst>
                </dgm:if>
                <dgm:else name="Name21">
                  <dgm:alg type="hierRoot">
                    <dgm:param type="hierAlign" val="rCtrCh"/>
                  </dgm:alg>
                  <dgm:constrLst>
                    <dgm:constr type="alignOff"/>
                    <dgm:constr type="bendDist" for="des" ptType="parTrans" refType="sp" fact="0.5"/>
                  </dgm:constrLst>
                </dgm:else>
              </dgm:choose>
            </dgm:else>
          </dgm:choose>
          <dgm:shape xmlns:r="http://schemas.openxmlformats.org/officeDocument/2006/relationships" r:blip="">
            <dgm:adjLst/>
          </dgm:shape>
          <dgm:presOf/>
          <dgm:ruleLst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22">
              <dgm:if name="Name23" func="var" arg="hierBranch" op="equ" val="init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24" func="var" arg="hierBranch" op="equ" val="l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25" func="var" arg="hierBranch" op="equ" val="r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else name="Name26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else>
            </dgm:choose>
            <dgm:ruleLst/>
            <dgm:layoutNode name="rootText1" styleLbl="node0">
              <dgm:varLst>
                <dgm:chPref val="3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rootConnector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/>
              <dgm:ruleLst/>
            </dgm:layoutNode>
          </dgm:layoutNode>
          <dgm:layoutNode name="hierChild2">
            <dgm:choose name="Name27">
              <dgm:if name="Name28" func="var" arg="hierBranch" op="equ" val="l">
                <dgm:choose name="Name29">
                  <dgm:if name="Name30" func="var" arg="dir" op="equ" val="norm">
                    <dgm:alg type="hierChild">
                      <dgm:param type="chAlign" val="t"/>
                      <dgm:param type="linDir" val="fromL"/>
                    </dgm:alg>
                  </dgm:if>
                  <dgm:else name="Name31">
                    <dgm:alg type="hierChild">
                      <dgm:param type="chAlign" val="t"/>
                      <dgm:param type="linDir" val="fromR"/>
                    </dgm:alg>
                  </dgm:else>
                </dgm:choose>
              </dgm:if>
              <dgm:if name="Name32" func="var" arg="hierBranch" op="equ" val="r">
                <dgm:choose name="Name33">
                  <dgm:if name="Name34" func="var" arg="dir" op="equ" val="norm">
                    <dgm:alg type="hierChild">
                      <dgm:param type="chAlign" val="b"/>
                      <dgm:param type="linDir" val="fromL"/>
                    </dgm:alg>
                  </dgm:if>
                  <dgm:else name="Name35">
                    <dgm:alg type="hierChild">
                      <dgm:param type="chAlign" val="b"/>
                      <dgm:param type="linDir" val="fromR"/>
                    </dgm:alg>
                  </dgm:else>
                </dgm:choose>
              </dgm:if>
              <dgm:if name="Name36" func="var" arg="hierBranch" op="equ" val="hang">
                <dgm:choose name="Name37">
                  <dgm:if name="Name38" func="var" arg="dir" op="equ" val="norm">
                    <dgm:alg type="hierChild">
                      <dgm:param type="chAlign" val="l"/>
                      <dgm:param type="linDir" val="fromT"/>
                      <dgm:param type="secChAlign" val="t"/>
                      <dgm:param type="secLinDir" val="fromL"/>
                    </dgm:alg>
                  </dgm:if>
                  <dgm:else name="Name39">
                    <dgm:alg type="hierChild">
                      <dgm:param type="chAlign" val="r"/>
                      <dgm:param type="linDir" val="fromT"/>
                      <dgm:param type="secChAlign" val="t"/>
                      <dgm:param type="secLinDir" val="fromR"/>
                    </dgm:alg>
                  </dgm:else>
                </dgm:choose>
              </dgm:if>
              <dgm:else name="Name40">
                <dgm:choose name="Name41">
                  <dgm:if name="Name42" func="var" arg="dir" op="equ" val="norm">
                    <dgm:alg type="hierChild">
                      <dgm:param type="linDir" val="fromT"/>
                      <dgm:param type="chAlign" val="l"/>
                    </dgm:alg>
                  </dgm:if>
                  <dgm:else name="Name43">
                    <dgm:alg type="hierChild">
                      <dgm:param type="linDir" val="fromT"/>
                      <dgm:param type="chAlign" val="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a" axis="ch" ptType="nonAsst">
              <dgm:forEach name="Name44" axis="precedSib" ptType="parTrans" st="-1" cnt="1">
                <dgm:choose name="Name45">
                  <dgm:if name="Name46" func="var" arg="hierBranch" op="equ" val="hang">
                    <dgm:layoutNode name="Name47">
                      <dgm:choose name="Name48">
                        <dgm:if name="Name49" func="var" arg="dir" op="equ" val="norm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R"/>
                            <dgm:param type="endPts" val="bCtr tCtr"/>
                          </dgm:alg>
                        </dgm:if>
                        <dgm:else name="Name50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L"/>
                            <dgm:param type="endPts" val="bCtr tCtr"/>
                          </dgm:alg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51" func="var" arg="hierBranch" op="equ" val="l">
                    <dgm:layoutNode name="Name52">
                      <dgm:choose name="Name53">
                        <dgm:if name="Name54" func="var" arg="dir" op="equ" val="norm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R"/>
                            <dgm:param type="endPts" val="tCtr"/>
                          </dgm:alg>
                        </dgm:if>
                        <dgm:else name="Name55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L"/>
                            <dgm:param type="endPts" val="tCtr"/>
                          </dgm:alg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56" func="var" arg="hierBranch" op="equ" val="r">
                    <dgm:layoutNode name="Name57">
                      <dgm:choose name="Name58">
                        <dgm:if name="Name59" func="var" arg="dir" op="equ" val="norm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R"/>
                            <dgm:param type="endPts" val="bCtr"/>
                          </dgm:alg>
                        </dgm:if>
                        <dgm:else name="Name60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L"/>
                            <dgm:param type="endPts" val="bCtr"/>
                          </dgm:alg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else name="Name61">
                    <dgm:choose name="Name62">
                      <dgm:if name="Name63" func="var" arg="dir" op="equ" val="norm">
                        <dgm:layoutNode name="Name64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R"/>
                            <dgm:param type="endPts" val="midL"/>
                            <dgm:param type="bendPt" val="end"/>
                          </dgm:alg>
                          <dgm:shape xmlns:r="http://schemas.openxmlformats.org/officeDocument/2006/relationships" type="conn" r:blip="" zOrderOff="-99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if>
                      <dgm:else name="Name65">
                        <dgm:layoutNode name="Name66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L"/>
                            <dgm:param type="endPts" val="midR"/>
                            <dgm:param type="bendPt" val="end"/>
                          </dgm:alg>
                          <dgm:shape xmlns:r="http://schemas.openxmlformats.org/officeDocument/2006/relationships" type="conn" r:blip="" zOrderOff="-99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else>
                    </dgm:choose>
                  </dgm:else>
                </dgm:choose>
              </dgm:forEach>
              <dgm:layoutNode name="hierRoot2">
                <dgm:varLst>
                  <dgm:hierBranch val="init"/>
                </dgm:varLst>
                <dgm:choose name="Name67">
                  <dgm:if name="Name68" func="var" arg="hierBranch" op="equ" val="l">
                    <dgm:choose name="Name69">
                      <dgm:if name="Name70" func="var" arg="dir" op="equ" val="norm">
                        <dgm:alg type="hierRoot">
                          <dgm:param type="hierAlign" val="lT"/>
                        </dgm:alg>
                        <dgm:constrLst>
                          <dgm:constr type="alignOff" val="0.75"/>
                        </dgm:constrLst>
                      </dgm:if>
                      <dgm:else name="Name71">
                        <dgm:alg type="hierRoot">
                          <dgm:param type="hierAlign" val="rT"/>
                        </dgm:alg>
                        <dgm:constrLst>
                          <dgm:constr type="alignOff" val="0.75"/>
                        </dgm:constrLst>
                      </dgm:else>
                    </dgm:choose>
                  </dgm:if>
                  <dgm:if name="Name72" func="var" arg="hierBranch" op="equ" val="r">
                    <dgm:choose name="Name73">
                      <dgm:if name="Name74" func="var" arg="dir" op="equ" val="norm">
                        <dgm:alg type="hierRoot">
                          <dgm:param type="hierAlign" val="lB"/>
                        </dgm:alg>
                        <dgm:constrLst>
                          <dgm:constr type="alignOff" val="0.75"/>
                        </dgm:constrLst>
                      </dgm:if>
                      <dgm:else name="Name75">
                        <dgm:alg type="hierRoot">
                          <dgm:param type="hierAlign" val="rB"/>
                        </dgm:alg>
                        <dgm:constrLst>
                          <dgm:constr type="alignOff" val="0.75"/>
                        </dgm:constrLst>
                      </dgm:else>
                    </dgm:choose>
                  </dgm:if>
                  <dgm:if name="Name76" func="var" arg="hierBranch" op="equ" val="hang">
                    <dgm:choose name="Name77">
                      <dgm:if name="Name78" func="var" arg="dir" op="equ" val="norm">
                        <dgm:alg type="hierRoot">
                          <dgm:param type="hierAlign" val="lCtrCh"/>
                        </dgm:alg>
                        <dgm:constrLst>
                          <dgm:constr type="alignOff" val="0.65"/>
                        </dgm:constrLst>
                      </dgm:if>
                      <dgm:else name="Name79">
                        <dgm:alg type="hierRoot">
                          <dgm:param type="hierAlign" val="rCtrCh"/>
                        </dgm:alg>
                        <dgm:constrLst>
                          <dgm:constr type="alignOff" val="0.65"/>
                        </dgm:constrLst>
                      </dgm:else>
                    </dgm:choose>
                  </dgm:if>
                  <dgm:else name="Name80">
                    <dgm:choose name="Name81">
                      <dgm:if name="Name82" func="var" arg="dir" op="equ" val="norm">
                        <dgm:alg type="hierRoot">
                          <dgm:param type="hierAlign" val="lCtrCh"/>
                        </dgm:alg>
                        <dgm:constrLst>
                          <dgm:constr type="alignOff"/>
                          <dgm:constr type="bendDist" for="des" ptType="parTrans" refType="sp" fact="0.5"/>
                        </dgm:constrLst>
                      </dgm:if>
                      <dgm:else name="Name83">
                        <dgm:alg type="hierRoot">
                          <dgm:param type="hierAlign" val="rCtrCh"/>
                        </dgm:alg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ruleLst/>
                <dgm:layoutNode name="rootComposite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84">
                    <dgm:if name="Name85" func="var" arg="hierBranch" op="equ" val="init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6" func="var" arg="hierBranch" op="equ" val="l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7" func="var" arg="hierBranch" op="equ" val="r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else name="Name88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else>
                  </dgm:choose>
                  <dgm:ruleLst/>
                  <dgm:layoutNode name="rootText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" moveWith="rootText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4">
                  <dgm:choose name="Name89">
                    <dgm:if name="Name90" func="var" arg="hierBranch" op="equ" val="l">
                      <dgm:choose name="Name91">
                        <dgm:if name="Name92" func="var" arg="dir" op="equ" val="norm">
                          <dgm:alg type="hierChild">
                            <dgm:param type="chAlign" val="t"/>
                            <dgm:param type="linDir" val="fromL"/>
                          </dgm:alg>
                        </dgm:if>
                        <dgm:else name="Name93">
                          <dgm:alg type="hierChild">
                            <dgm:param type="chAlign" val="t"/>
                            <dgm:param type="linDir" val="fromR"/>
                          </dgm:alg>
                        </dgm:else>
                      </dgm:choose>
                    </dgm:if>
                    <dgm:if name="Name94" func="var" arg="hierBranch" op="equ" val="r">
                      <dgm:choose name="Name95">
                        <dgm:if name="Name96" func="var" arg="dir" op="equ" val="norm">
                          <dgm:alg type="hierChild">
                            <dgm:param type="chAlign" val="b"/>
                            <dgm:param type="linDir" val="fromL"/>
                          </dgm:alg>
                        </dgm:if>
                        <dgm:else name="Name97">
                          <dgm:alg type="hierChild">
                            <dgm:param type="chAlign" val="b"/>
                            <dgm:param type="linDir" val="fromR"/>
                          </dgm:alg>
                        </dgm:else>
                      </dgm:choose>
                    </dgm:if>
                    <dgm:if name="Name98" func="var" arg="hierBranch" op="equ" val="hang">
                      <dgm:choose name="Name99">
                        <dgm:if name="Name100" func="var" arg="dir" op="equ" val="norm">
                          <dgm:alg type="hierChild">
                            <dgm:param type="chAlign" val="l"/>
                            <dgm:param type="linDir" val="fromT"/>
                            <dgm:param type="secChAlign" val="t"/>
                            <dgm:param type="secLinDir" val="fromL"/>
                          </dgm:alg>
                        </dgm:if>
                        <dgm:else name="Name101">
                          <dgm:alg type="hierChild">
                            <dgm:param type="chAlign" val="r"/>
                            <dgm:param type="linDir" val="fromT"/>
                            <dgm:param type="secChAlign" val="t"/>
                            <dgm:param type="secLinDir" val="fromR"/>
                          </dgm:alg>
                        </dgm:else>
                      </dgm:choose>
                    </dgm:if>
                    <dgm:else name="Name102">
                      <dgm:choose name="Name103">
                        <dgm:if name="Name104" func="var" arg="dir" op="equ" val="norm">
                          <dgm:alg type="hierChild">
                            <dgm:param type="linDir" val="fromT"/>
                            <dgm:param type="chAlign" val="l"/>
                          </dgm:alg>
                        </dgm:if>
                        <dgm:else name="Name105">
                          <dgm:alg type="hierChild">
                            <dgm:param type="linDir" val="fromT"/>
                            <dgm:param type="ch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6" ref="rep2a"/>
                </dgm:layoutNode>
                <dgm:layoutNode name="hierChild5">
                  <dgm:choose name="Name107">
                    <dgm:if name="Name108" func="var" arg="dir" op="equ" val="norm">
                      <dgm:alg type="hierChild">
                        <dgm:param type="chAlign" val="l"/>
                        <dgm:param type="linDir" val="fromT"/>
                        <dgm:param type="secChAlign" val="t"/>
                        <dgm:param type="secLinDir" val="fromL"/>
                      </dgm:alg>
                    </dgm:if>
                    <dgm:else name="Name109">
                      <dgm:alg type="hierChild">
                        <dgm:param type="chAlign" val="r"/>
                        <dgm:param type="linDir" val="fromT"/>
                        <dgm:param type="secChAlign" val="t"/>
                        <dgm:param type="sec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10" ref="rep2b"/>
                </dgm:layoutNode>
              </dgm:layoutNode>
            </dgm:forEach>
          </dgm:layoutNode>
          <dgm:layoutNode name="hierChild3">
            <dgm:choose name="Name111">
              <dgm:if name="Name112" func="var" arg="dir" op="equ" val="norm">
                <dgm:alg type="hierChild">
                  <dgm:param type="chAlign" val="l"/>
                  <dgm:param type="linDir" val="fromT"/>
                  <dgm:param type="secChAlign" val="t"/>
                  <dgm:param type="secLinDir" val="fromL"/>
                </dgm:alg>
              </dgm:if>
              <dgm:else name="Name113">
                <dgm:alg type="hierChild">
                  <dgm:param type="chAlign" val="r"/>
                  <dgm:param type="linDir" val="fromT"/>
                  <dgm:param type="secChAlign" val="t"/>
                  <dgm:param type="sec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b" axis="ch" ptType="asst">
              <dgm:forEach name="Name114" axis="precedSib" ptType="parTrans" st="-1" cnt="1">
                <dgm:layoutNode name="Name115">
                  <dgm:choose name="Name116">
                    <dgm:if name="Name117" func="var" arg="dir" op="equ" val="norm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midR"/>
                        <dgm:param type="endPts" val="bCtr tCtr"/>
                      </dgm:alg>
                    </dgm:if>
                    <dgm:else name="Name118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midL"/>
                        <dgm:param type="endPts" val="bCtr tCtr"/>
                      </dgm:alg>
                    </dgm:else>
                  </dgm:choose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layoutNode name="hierRoot3">
                <dgm:varLst>
                  <dgm:hierBranch val="init"/>
                </dgm:varLst>
                <dgm:choose name="Name119">
                  <dgm:if name="Name120" func="var" arg="hierBranch" op="equ" val="l">
                    <dgm:choose name="Name121">
                      <dgm:if name="Name122" func="var" arg="dir" op="equ" val="norm">
                        <dgm:alg type="hierRoot">
                          <dgm:param type="hierAlign" val="lT"/>
                        </dgm:alg>
                        <dgm:constrLst>
                          <dgm:constr type="alignOff" val="0.75"/>
                        </dgm:constrLst>
                      </dgm:if>
                      <dgm:else name="Name123">
                        <dgm:alg type="hierRoot">
                          <dgm:param type="hierAlign" val="rT"/>
                        </dgm:alg>
                        <dgm:constrLst>
                          <dgm:constr type="alignOff" val="0.75"/>
                        </dgm:constrLst>
                      </dgm:else>
                    </dgm:choose>
                  </dgm:if>
                  <dgm:if name="Name124" func="var" arg="hierBranch" op="equ" val="r">
                    <dgm:choose name="Name125">
                      <dgm:if name="Name126" func="var" arg="dir" op="equ" val="norm">
                        <dgm:alg type="hierRoot">
                          <dgm:param type="hierAlign" val="lB"/>
                        </dgm:alg>
                        <dgm:constrLst>
                          <dgm:constr type="alignOff" val="0.75"/>
                        </dgm:constrLst>
                      </dgm:if>
                      <dgm:else name="Name127">
                        <dgm:alg type="hierRoot">
                          <dgm:param type="hierAlign" val="rB"/>
                        </dgm:alg>
                        <dgm:constrLst>
                          <dgm:constr type="alignOff" val="0.75"/>
                        </dgm:constrLst>
                      </dgm:else>
                    </dgm:choose>
                  </dgm:if>
                  <dgm:if name="Name128" func="var" arg="hierBranch" op="equ" val="hang">
                    <dgm:choose name="Name129">
                      <dgm:if name="Name130" func="var" arg="dir" op="equ" val="norm">
                        <dgm:alg type="hierRoot">
                          <dgm:param type="hierAlign" val="lCtrCh"/>
                        </dgm:alg>
                        <dgm:constrLst>
                          <dgm:constr type="alignOff" val="0.65"/>
                        </dgm:constrLst>
                      </dgm:if>
                      <dgm:else name="Name131">
                        <dgm:alg type="hierRoot">
                          <dgm:param type="hierAlign" val="rCtrCh"/>
                        </dgm:alg>
                        <dgm:constrLst>
                          <dgm:constr type="alignOff" val="0.65"/>
                        </dgm:constrLst>
                      </dgm:else>
                    </dgm:choose>
                  </dgm:if>
                  <dgm:else name="Name132">
                    <dgm:choose name="Name133">
                      <dgm:if name="Name134" func="var" arg="dir" op="equ" val="norm">
                        <dgm:alg type="hierRoot">
                          <dgm:param type="hierAlign" val="lCtrCh"/>
                        </dgm:alg>
                        <dgm:constrLst>
                          <dgm:constr type="alignOff"/>
                          <dgm:constr type="bendDist" for="des" ptType="parTrans" refType="sp" fact="0.5"/>
                        </dgm:constrLst>
                      </dgm:if>
                      <dgm:else name="Name135">
                        <dgm:alg type="hierRoot">
                          <dgm:param type="hierAlign" val="rCtrCh"/>
                        </dgm:alg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ruleLst/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36">
                    <dgm:if name="Name137" func="var" arg="hierBranch" op="equ" val="init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38" func="var" arg="hierBranch" op="equ" val="l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39" func="var" arg="hierBranch" op="equ" val="r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else name="Name140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else>
                  </dgm:choose>
                  <dgm:ruleLst/>
                  <dgm:layoutNode name="rootText3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3" moveWith="rootText1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6">
                  <dgm:choose name="Name141">
                    <dgm:if name="Name142" func="var" arg="hierBranch" op="equ" val="l">
                      <dgm:choose name="Name143">
                        <dgm:if name="Name144" func="var" arg="dir" op="equ" val="norm">
                          <dgm:alg type="hierChild">
                            <dgm:param type="chAlign" val="t"/>
                            <dgm:param type="linDir" val="fromL"/>
                          </dgm:alg>
                        </dgm:if>
                        <dgm:else name="Name145">
                          <dgm:alg type="hierChild">
                            <dgm:param type="chAlign" val="t"/>
                            <dgm:param type="linDir" val="fromR"/>
                          </dgm:alg>
                        </dgm:else>
                      </dgm:choose>
                    </dgm:if>
                    <dgm:if name="Name146" func="var" arg="hierBranch" op="equ" val="r">
                      <dgm:choose name="Name147">
                        <dgm:if name="Name148" func="var" arg="dir" op="equ" val="norm">
                          <dgm:alg type="hierChild">
                            <dgm:param type="chAlign" val="b"/>
                            <dgm:param type="linDir" val="fromL"/>
                          </dgm:alg>
                        </dgm:if>
                        <dgm:else name="Name149">
                          <dgm:alg type="hierChild">
                            <dgm:param type="chAlign" val="b"/>
                            <dgm:param type="linDir" val="fromR"/>
                          </dgm:alg>
                        </dgm:else>
                      </dgm:choose>
                    </dgm:if>
                    <dgm:if name="Name150" func="var" arg="hierBranch" op="equ" val="hang">
                      <dgm:choose name="Name151">
                        <dgm:if name="Name152" func="var" arg="dir" op="equ" val="norm">
                          <dgm:alg type="hierChild">
                            <dgm:param type="chAlign" val="l"/>
                            <dgm:param type="linDir" val="fromT"/>
                            <dgm:param type="secChAlign" val="t"/>
                            <dgm:param type="secLinDir" val="fromL"/>
                          </dgm:alg>
                        </dgm:if>
                        <dgm:else name="Name153">
                          <dgm:alg type="hierChild">
                            <dgm:param type="chAlign" val="r"/>
                            <dgm:param type="linDir" val="fromT"/>
                            <dgm:param type="secChAlign" val="t"/>
                            <dgm:param type="secLinDir" val="fromR"/>
                          </dgm:alg>
                        </dgm:else>
                      </dgm:choose>
                    </dgm:if>
                    <dgm:else name="Name154">
                      <dgm:choose name="Name155">
                        <dgm:if name="Name156" func="var" arg="dir" op="equ" val="norm">
                          <dgm:alg type="hierChild">
                            <dgm:param type="linDir" val="fromT"/>
                            <dgm:param type="chAlign" val="l"/>
                          </dgm:alg>
                        </dgm:if>
                        <dgm:else name="Name157">
                          <dgm:alg type="hierChild">
                            <dgm:param type="linDir" val="fromT"/>
                            <dgm:param type="ch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58" ref="rep2a"/>
                </dgm:layoutNode>
                <dgm:layoutNode name="hierChild7">
                  <dgm:choose name="Name159">
                    <dgm:if name="Name160" func="var" arg="dir" op="equ" val="norm">
                      <dgm:alg type="hierChild">
                        <dgm:param type="chAlign" val="l"/>
                        <dgm:param type="linDir" val="fromT"/>
                        <dgm:param type="secChAlign" val="t"/>
                        <dgm:param type="secLinDir" val="fromL"/>
                      </dgm:alg>
                    </dgm:if>
                    <dgm:else name="Name161">
                      <dgm:alg type="hierChild">
                        <dgm:param type="chAlign" val="r"/>
                        <dgm:param type="linDir" val="fromT"/>
                        <dgm:param type="secChAlign" val="t"/>
                        <dgm:param type="sec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62" ref="rep2b"/>
                </dgm:layoutNode>
              </dgm:layoutNode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12/11/2025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7" Type="http://schemas.openxmlformats.org/officeDocument/2006/relationships/image" Target="../media/image2.png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A3A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3" name="Rectangle 32">
            <a:extLst>
              <a:ext uri="{FF2B5EF4-FFF2-40B4-BE49-F238E27FC236}">
                <a16:creationId xmlns:a16="http://schemas.microsoft.com/office/drawing/2014/main" id="{8B3A2D1A-45FC-4F95-B150-1C13EF2F6D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Freeform: Shape 33">
            <a:extLst>
              <a:ext uri="{FF2B5EF4-FFF2-40B4-BE49-F238E27FC236}">
                <a16:creationId xmlns:a16="http://schemas.microsoft.com/office/drawing/2014/main" id="{39C3C864-C625-4883-B868-9A4C470F4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2468" y="3296652"/>
            <a:ext cx="9151584" cy="3561346"/>
          </a:xfrm>
          <a:custGeom>
            <a:avLst/>
            <a:gdLst>
              <a:gd name="connsiteX0" fmla="*/ 0 w 12202113"/>
              <a:gd name="connsiteY0" fmla="*/ 3188466 h 3188466"/>
              <a:gd name="connsiteX1" fmla="*/ 10116 w 12202113"/>
              <a:gd name="connsiteY1" fmla="*/ 2657641 h 3188466"/>
              <a:gd name="connsiteX2" fmla="*/ 10116 w 12202113"/>
              <a:gd name="connsiteY2" fmla="*/ 0 h 3188466"/>
              <a:gd name="connsiteX3" fmla="*/ 12202113 w 12202113"/>
              <a:gd name="connsiteY3" fmla="*/ 0 h 3188466"/>
              <a:gd name="connsiteX4" fmla="*/ 12202113 w 12202113"/>
              <a:gd name="connsiteY4" fmla="*/ 2879832 h 3188466"/>
              <a:gd name="connsiteX5" fmla="*/ 12198167 w 12202113"/>
              <a:gd name="connsiteY5" fmla="*/ 2880360 h 3188466"/>
              <a:gd name="connsiteX6" fmla="*/ 12122128 w 12202113"/>
              <a:gd name="connsiteY6" fmla="*/ 2887194 h 3188466"/>
              <a:gd name="connsiteX7" fmla="*/ 12028868 w 12202113"/>
              <a:gd name="connsiteY7" fmla="*/ 2911786 h 3188466"/>
              <a:gd name="connsiteX8" fmla="*/ 11995238 w 12202113"/>
              <a:gd name="connsiteY8" fmla="*/ 2914090 h 3188466"/>
              <a:gd name="connsiteX9" fmla="*/ 11996460 w 12202113"/>
              <a:gd name="connsiteY9" fmla="*/ 2918442 h 3188466"/>
              <a:gd name="connsiteX10" fmla="*/ 11983968 w 12202113"/>
              <a:gd name="connsiteY10" fmla="*/ 2918762 h 3188466"/>
              <a:gd name="connsiteX11" fmla="*/ 11956084 w 12202113"/>
              <a:gd name="connsiteY11" fmla="*/ 2918868 h 3188466"/>
              <a:gd name="connsiteX12" fmla="*/ 11872586 w 12202113"/>
              <a:gd name="connsiteY12" fmla="*/ 2920076 h 3188466"/>
              <a:gd name="connsiteX13" fmla="*/ 11849804 w 12202113"/>
              <a:gd name="connsiteY13" fmla="*/ 2928420 h 3188466"/>
              <a:gd name="connsiteX14" fmla="*/ 11828254 w 12202113"/>
              <a:gd name="connsiteY14" fmla="*/ 2928551 h 3188466"/>
              <a:gd name="connsiteX15" fmla="*/ 11703277 w 12202113"/>
              <a:gd name="connsiteY15" fmla="*/ 2939735 h 3188466"/>
              <a:gd name="connsiteX16" fmla="*/ 11686094 w 12202113"/>
              <a:gd name="connsiteY16" fmla="*/ 2940570 h 3188466"/>
              <a:gd name="connsiteX17" fmla="*/ 11676788 w 12202113"/>
              <a:gd name="connsiteY17" fmla="*/ 2944321 h 3188466"/>
              <a:gd name="connsiteX18" fmla="*/ 11643464 w 12202113"/>
              <a:gd name="connsiteY18" fmla="*/ 2945066 h 3188466"/>
              <a:gd name="connsiteX19" fmla="*/ 11641922 w 12202113"/>
              <a:gd name="connsiteY19" fmla="*/ 2947200 h 3188466"/>
              <a:gd name="connsiteX20" fmla="*/ 11532386 w 12202113"/>
              <a:gd name="connsiteY20" fmla="*/ 2965529 h 3188466"/>
              <a:gd name="connsiteX21" fmla="*/ 11513619 w 12202113"/>
              <a:gd name="connsiteY21" fmla="*/ 2968556 h 3188466"/>
              <a:gd name="connsiteX22" fmla="*/ 11497404 w 12202113"/>
              <a:gd name="connsiteY22" fmla="*/ 2967639 h 3188466"/>
              <a:gd name="connsiteX23" fmla="*/ 11407630 w 12202113"/>
              <a:gd name="connsiteY23" fmla="*/ 2970255 h 3188466"/>
              <a:gd name="connsiteX24" fmla="*/ 11386276 w 12202113"/>
              <a:gd name="connsiteY24" fmla="*/ 2968648 h 3188466"/>
              <a:gd name="connsiteX25" fmla="*/ 11377296 w 12202113"/>
              <a:gd name="connsiteY25" fmla="*/ 2965257 h 3188466"/>
              <a:gd name="connsiteX26" fmla="*/ 11342536 w 12202113"/>
              <a:gd name="connsiteY26" fmla="*/ 2971666 h 3188466"/>
              <a:gd name="connsiteX27" fmla="*/ 11288902 w 12202113"/>
              <a:gd name="connsiteY27" fmla="*/ 2976058 h 3188466"/>
              <a:gd name="connsiteX28" fmla="*/ 11263411 w 12202113"/>
              <a:gd name="connsiteY28" fmla="*/ 2979228 h 3188466"/>
              <a:gd name="connsiteX29" fmla="*/ 11242843 w 12202113"/>
              <a:gd name="connsiteY29" fmla="*/ 2977303 h 3188466"/>
              <a:gd name="connsiteX30" fmla="*/ 11125798 w 12202113"/>
              <a:gd name="connsiteY30" fmla="*/ 2976816 h 3188466"/>
              <a:gd name="connsiteX31" fmla="*/ 11098884 w 12202113"/>
              <a:gd name="connsiteY31" fmla="*/ 2973758 h 3188466"/>
              <a:gd name="connsiteX32" fmla="*/ 11086128 w 12202113"/>
              <a:gd name="connsiteY32" fmla="*/ 2967663 h 3188466"/>
              <a:gd name="connsiteX33" fmla="*/ 11076132 w 12202113"/>
              <a:gd name="connsiteY33" fmla="*/ 2969836 h 3188466"/>
              <a:gd name="connsiteX34" fmla="*/ 11005337 w 12202113"/>
              <a:gd name="connsiteY34" fmla="*/ 2970053 h 3188466"/>
              <a:gd name="connsiteX35" fmla="*/ 10959154 w 12202113"/>
              <a:gd name="connsiteY35" fmla="*/ 2970750 h 3188466"/>
              <a:gd name="connsiteX36" fmla="*/ 10956347 w 12202113"/>
              <a:gd name="connsiteY36" fmla="*/ 2979118 h 3188466"/>
              <a:gd name="connsiteX37" fmla="*/ 10915223 w 12202113"/>
              <a:gd name="connsiteY37" fmla="*/ 2982099 h 3188466"/>
              <a:gd name="connsiteX38" fmla="*/ 10871398 w 12202113"/>
              <a:gd name="connsiteY38" fmla="*/ 2976728 h 3188466"/>
              <a:gd name="connsiteX39" fmla="*/ 10819743 w 12202113"/>
              <a:gd name="connsiteY39" fmla="*/ 2977481 h 3188466"/>
              <a:gd name="connsiteX40" fmla="*/ 10788834 w 12202113"/>
              <a:gd name="connsiteY40" fmla="*/ 2977840 h 3188466"/>
              <a:gd name="connsiteX41" fmla="*/ 10707711 w 12202113"/>
              <a:gd name="connsiteY41" fmla="*/ 2985644 h 3188466"/>
              <a:gd name="connsiteX42" fmla="*/ 10576086 w 12202113"/>
              <a:gd name="connsiteY42" fmla="*/ 3015319 h 3188466"/>
              <a:gd name="connsiteX43" fmla="*/ 10534761 w 12202113"/>
              <a:gd name="connsiteY43" fmla="*/ 3019524 h 3188466"/>
              <a:gd name="connsiteX44" fmla="*/ 10527537 w 12202113"/>
              <a:gd name="connsiteY44" fmla="*/ 3017814 h 3188466"/>
              <a:gd name="connsiteX45" fmla="*/ 10321799 w 12202113"/>
              <a:gd name="connsiteY45" fmla="*/ 3035635 h 3188466"/>
              <a:gd name="connsiteX46" fmla="*/ 10284989 w 12202113"/>
              <a:gd name="connsiteY46" fmla="*/ 3036679 h 3188466"/>
              <a:gd name="connsiteX47" fmla="*/ 10257423 w 12202113"/>
              <a:gd name="connsiteY47" fmla="*/ 3036027 h 3188466"/>
              <a:gd name="connsiteX48" fmla="*/ 10191450 w 12202113"/>
              <a:gd name="connsiteY48" fmla="*/ 3041963 h 3188466"/>
              <a:gd name="connsiteX49" fmla="*/ 10083845 w 12202113"/>
              <a:gd name="connsiteY49" fmla="*/ 3054978 h 3188466"/>
              <a:gd name="connsiteX50" fmla="*/ 10060611 w 12202113"/>
              <a:gd name="connsiteY50" fmla="*/ 3057035 h 3188466"/>
              <a:gd name="connsiteX51" fmla="*/ 10039363 w 12202113"/>
              <a:gd name="connsiteY51" fmla="*/ 3055961 h 3188466"/>
              <a:gd name="connsiteX52" fmla="*/ 10033322 w 12202113"/>
              <a:gd name="connsiteY52" fmla="*/ 3053238 h 3188466"/>
              <a:gd name="connsiteX53" fmla="*/ 10020337 w 12202113"/>
              <a:gd name="connsiteY53" fmla="*/ 3053912 h 3188466"/>
              <a:gd name="connsiteX54" fmla="*/ 10016616 w 12202113"/>
              <a:gd name="connsiteY54" fmla="*/ 3053498 h 3188466"/>
              <a:gd name="connsiteX55" fmla="*/ 9995549 w 12202113"/>
              <a:gd name="connsiteY55" fmla="*/ 3051719 h 3188466"/>
              <a:gd name="connsiteX56" fmla="*/ 9957212 w 12202113"/>
              <a:gd name="connsiteY56" fmla="*/ 3062663 h 3188466"/>
              <a:gd name="connsiteX57" fmla="*/ 9904584 w 12202113"/>
              <a:gd name="connsiteY57" fmla="*/ 3063999 h 3188466"/>
              <a:gd name="connsiteX58" fmla="*/ 9713857 w 12202113"/>
              <a:gd name="connsiteY58" fmla="*/ 3087955 h 3188466"/>
              <a:gd name="connsiteX59" fmla="*/ 9678879 w 12202113"/>
              <a:gd name="connsiteY59" fmla="*/ 3079676 h 3188466"/>
              <a:gd name="connsiteX60" fmla="*/ 9598760 w 12202113"/>
              <a:gd name="connsiteY60" fmla="*/ 3085228 h 3188466"/>
              <a:gd name="connsiteX61" fmla="*/ 9488796 w 12202113"/>
              <a:gd name="connsiteY61" fmla="*/ 3115384 h 3188466"/>
              <a:gd name="connsiteX62" fmla="*/ 9341972 w 12202113"/>
              <a:gd name="connsiteY62" fmla="*/ 3126583 h 3188466"/>
              <a:gd name="connsiteX63" fmla="*/ 9333795 w 12202113"/>
              <a:gd name="connsiteY63" fmla="*/ 3132083 h 3188466"/>
              <a:gd name="connsiteX64" fmla="*/ 9321736 w 12202113"/>
              <a:gd name="connsiteY64" fmla="*/ 3135834 h 3188466"/>
              <a:gd name="connsiteX65" fmla="*/ 9319405 w 12202113"/>
              <a:gd name="connsiteY65" fmla="*/ 3135561 h 3188466"/>
              <a:gd name="connsiteX66" fmla="*/ 9302847 w 12202113"/>
              <a:gd name="connsiteY66" fmla="*/ 3137746 h 3188466"/>
              <a:gd name="connsiteX67" fmla="*/ 9300930 w 12202113"/>
              <a:gd name="connsiteY67" fmla="*/ 3139687 h 3188466"/>
              <a:gd name="connsiteX68" fmla="*/ 9290106 w 12202113"/>
              <a:gd name="connsiteY68" fmla="*/ 3141645 h 3188466"/>
              <a:gd name="connsiteX69" fmla="*/ 9270220 w 12202113"/>
              <a:gd name="connsiteY69" fmla="*/ 3146737 h 3188466"/>
              <a:gd name="connsiteX70" fmla="*/ 9265150 w 12202113"/>
              <a:gd name="connsiteY70" fmla="*/ 3146531 h 3188466"/>
              <a:gd name="connsiteX71" fmla="*/ 9233057 w 12202113"/>
              <a:gd name="connsiteY71" fmla="*/ 3152408 h 3188466"/>
              <a:gd name="connsiteX72" fmla="*/ 9231974 w 12202113"/>
              <a:gd name="connsiteY72" fmla="*/ 3151938 h 3188466"/>
              <a:gd name="connsiteX73" fmla="*/ 9220130 w 12202113"/>
              <a:gd name="connsiteY73" fmla="*/ 3151189 h 3188466"/>
              <a:gd name="connsiteX74" fmla="*/ 9198955 w 12202113"/>
              <a:gd name="connsiteY74" fmla="*/ 3151015 h 3188466"/>
              <a:gd name="connsiteX75" fmla="*/ 9142196 w 12202113"/>
              <a:gd name="connsiteY75" fmla="*/ 3143802 h 3188466"/>
              <a:gd name="connsiteX76" fmla="*/ 9108665 w 12202113"/>
              <a:gd name="connsiteY76" fmla="*/ 3149868 h 3188466"/>
              <a:gd name="connsiteX77" fmla="*/ 9014086 w 12202113"/>
              <a:gd name="connsiteY77" fmla="*/ 3150791 h 3188466"/>
              <a:gd name="connsiteX78" fmla="*/ 8915037 w 12202113"/>
              <a:gd name="connsiteY78" fmla="*/ 3140020 h 3188466"/>
              <a:gd name="connsiteX79" fmla="*/ 8815667 w 12202113"/>
              <a:gd name="connsiteY79" fmla="*/ 3138606 h 3188466"/>
              <a:gd name="connsiteX80" fmla="*/ 8779688 w 12202113"/>
              <a:gd name="connsiteY80" fmla="*/ 3138895 h 3188466"/>
              <a:gd name="connsiteX81" fmla="*/ 8715556 w 12202113"/>
              <a:gd name="connsiteY81" fmla="*/ 3135878 h 3188466"/>
              <a:gd name="connsiteX82" fmla="*/ 8686183 w 12202113"/>
              <a:gd name="connsiteY82" fmla="*/ 3132307 h 3188466"/>
              <a:gd name="connsiteX83" fmla="*/ 8684895 w 12202113"/>
              <a:gd name="connsiteY83" fmla="*/ 3132527 h 3188466"/>
              <a:gd name="connsiteX84" fmla="*/ 8682270 w 12202113"/>
              <a:gd name="connsiteY84" fmla="*/ 3130989 h 3188466"/>
              <a:gd name="connsiteX85" fmla="*/ 8676836 w 12202113"/>
              <a:gd name="connsiteY85" fmla="*/ 3130278 h 3188466"/>
              <a:gd name="connsiteX86" fmla="*/ 8662002 w 12202113"/>
              <a:gd name="connsiteY86" fmla="*/ 3130735 h 3188466"/>
              <a:gd name="connsiteX87" fmla="*/ 8656423 w 12202113"/>
              <a:gd name="connsiteY87" fmla="*/ 3131304 h 3188466"/>
              <a:gd name="connsiteX88" fmla="*/ 8648261 w 12202113"/>
              <a:gd name="connsiteY88" fmla="*/ 3131294 h 3188466"/>
              <a:gd name="connsiteX89" fmla="*/ 8648057 w 12202113"/>
              <a:gd name="connsiteY89" fmla="*/ 3131167 h 3188466"/>
              <a:gd name="connsiteX90" fmla="*/ 8640412 w 12202113"/>
              <a:gd name="connsiteY90" fmla="*/ 3131403 h 3188466"/>
              <a:gd name="connsiteX91" fmla="*/ 8603003 w 12202113"/>
              <a:gd name="connsiteY91" fmla="*/ 3134155 h 3188466"/>
              <a:gd name="connsiteX92" fmla="*/ 8553571 w 12202113"/>
              <a:gd name="connsiteY92" fmla="*/ 3122125 h 3188466"/>
              <a:gd name="connsiteX93" fmla="*/ 8533128 w 12202113"/>
              <a:gd name="connsiteY93" fmla="*/ 3120039 h 3188466"/>
              <a:gd name="connsiteX94" fmla="*/ 8522209 w 12202113"/>
              <a:gd name="connsiteY94" fmla="*/ 3118252 h 3188466"/>
              <a:gd name="connsiteX95" fmla="*/ 8521532 w 12202113"/>
              <a:gd name="connsiteY95" fmla="*/ 3117705 h 3188466"/>
              <a:gd name="connsiteX96" fmla="*/ 8485667 w 12202113"/>
              <a:gd name="connsiteY96" fmla="*/ 3120406 h 3188466"/>
              <a:gd name="connsiteX97" fmla="*/ 8480905 w 12202113"/>
              <a:gd name="connsiteY97" fmla="*/ 3119749 h 3188466"/>
              <a:gd name="connsiteX98" fmla="*/ 8457530 w 12202113"/>
              <a:gd name="connsiteY98" fmla="*/ 3122810 h 3188466"/>
              <a:gd name="connsiteX99" fmla="*/ 8445451 w 12202113"/>
              <a:gd name="connsiteY99" fmla="*/ 3123697 h 3188466"/>
              <a:gd name="connsiteX100" fmla="*/ 8442039 w 12202113"/>
              <a:gd name="connsiteY100" fmla="*/ 3125378 h 3188466"/>
              <a:gd name="connsiteX101" fmla="*/ 8424215 w 12202113"/>
              <a:gd name="connsiteY101" fmla="*/ 3125963 h 3188466"/>
              <a:gd name="connsiteX102" fmla="*/ 8422165 w 12202113"/>
              <a:gd name="connsiteY102" fmla="*/ 3125491 h 3188466"/>
              <a:gd name="connsiteX103" fmla="*/ 8407465 w 12202113"/>
              <a:gd name="connsiteY103" fmla="*/ 3127979 h 3188466"/>
              <a:gd name="connsiteX104" fmla="*/ 8395146 w 12202113"/>
              <a:gd name="connsiteY104" fmla="*/ 3132488 h 3188466"/>
              <a:gd name="connsiteX105" fmla="*/ 8243538 w 12202113"/>
              <a:gd name="connsiteY105" fmla="*/ 3129873 h 3188466"/>
              <a:gd name="connsiteX106" fmla="*/ 8112685 w 12202113"/>
              <a:gd name="connsiteY106" fmla="*/ 3148698 h 3188466"/>
              <a:gd name="connsiteX107" fmla="*/ 8026741 w 12202113"/>
              <a:gd name="connsiteY107" fmla="*/ 3154015 h 3188466"/>
              <a:gd name="connsiteX108" fmla="*/ 8030400 w 12202113"/>
              <a:gd name="connsiteY108" fmla="*/ 3146736 h 3188466"/>
              <a:gd name="connsiteX109" fmla="*/ 8002987 w 12202113"/>
              <a:gd name="connsiteY109" fmla="*/ 3135663 h 3188466"/>
              <a:gd name="connsiteX110" fmla="*/ 7798568 w 12202113"/>
              <a:gd name="connsiteY110" fmla="*/ 3141249 h 3188466"/>
              <a:gd name="connsiteX111" fmla="*/ 7746353 w 12202113"/>
              <a:gd name="connsiteY111" fmla="*/ 3137755 h 3188466"/>
              <a:gd name="connsiteX112" fmla="*/ 7700395 w 12202113"/>
              <a:gd name="connsiteY112" fmla="*/ 3144729 h 3188466"/>
              <a:gd name="connsiteX113" fmla="*/ 7681335 w 12202113"/>
              <a:gd name="connsiteY113" fmla="*/ 3141120 h 3188466"/>
              <a:gd name="connsiteX114" fmla="*/ 7678044 w 12202113"/>
              <a:gd name="connsiteY114" fmla="*/ 3140387 h 3188466"/>
              <a:gd name="connsiteX115" fmla="*/ 7664890 w 12202113"/>
              <a:gd name="connsiteY115" fmla="*/ 3139855 h 3188466"/>
              <a:gd name="connsiteX116" fmla="*/ 7661183 w 12202113"/>
              <a:gd name="connsiteY116" fmla="*/ 3136706 h 3188466"/>
              <a:gd name="connsiteX117" fmla="*/ 7641383 w 12202113"/>
              <a:gd name="connsiteY117" fmla="*/ 3133755 h 3188466"/>
              <a:gd name="connsiteX118" fmla="*/ 7617169 w 12202113"/>
              <a:gd name="connsiteY118" fmla="*/ 3133614 h 3188466"/>
              <a:gd name="connsiteX119" fmla="*/ 7531143 w 12202113"/>
              <a:gd name="connsiteY119" fmla="*/ 3132781 h 3188466"/>
              <a:gd name="connsiteX120" fmla="*/ 7517113 w 12202113"/>
              <a:gd name="connsiteY120" fmla="*/ 3134483 h 3188466"/>
              <a:gd name="connsiteX121" fmla="*/ 7471320 w 12202113"/>
              <a:gd name="connsiteY121" fmla="*/ 3131645 h 3188466"/>
              <a:gd name="connsiteX122" fmla="*/ 7430512 w 12202113"/>
              <a:gd name="connsiteY122" fmla="*/ 3131007 h 3188466"/>
              <a:gd name="connsiteX123" fmla="*/ 7404071 w 12202113"/>
              <a:gd name="connsiteY123" fmla="*/ 3132361 h 3188466"/>
              <a:gd name="connsiteX124" fmla="*/ 7397140 w 12202113"/>
              <a:gd name="connsiteY124" fmla="*/ 3131239 h 3188466"/>
              <a:gd name="connsiteX125" fmla="*/ 7370514 w 12202113"/>
              <a:gd name="connsiteY125" fmla="*/ 3130516 h 3188466"/>
              <a:gd name="connsiteX126" fmla="*/ 7356953 w 12202113"/>
              <a:gd name="connsiteY126" fmla="*/ 3132179 h 3188466"/>
              <a:gd name="connsiteX127" fmla="*/ 7343567 w 12202113"/>
              <a:gd name="connsiteY127" fmla="*/ 3128350 h 3188466"/>
              <a:gd name="connsiteX128" fmla="*/ 7340295 w 12202113"/>
              <a:gd name="connsiteY128" fmla="*/ 3125545 h 3188466"/>
              <a:gd name="connsiteX129" fmla="*/ 7321348 w 12202113"/>
              <a:gd name="connsiteY129" fmla="*/ 3126804 h 3188466"/>
              <a:gd name="connsiteX130" fmla="*/ 7305815 w 12202113"/>
              <a:gd name="connsiteY130" fmla="*/ 3124063 h 3188466"/>
              <a:gd name="connsiteX131" fmla="*/ 7292274 w 12202113"/>
              <a:gd name="connsiteY131" fmla="*/ 3125855 h 3188466"/>
              <a:gd name="connsiteX132" fmla="*/ 7286654 w 12202113"/>
              <a:gd name="connsiteY132" fmla="*/ 3125451 h 3188466"/>
              <a:gd name="connsiteX133" fmla="*/ 7272685 w 12202113"/>
              <a:gd name="connsiteY133" fmla="*/ 3124094 h 3188466"/>
              <a:gd name="connsiteX134" fmla="*/ 7248584 w 12202113"/>
              <a:gd name="connsiteY134" fmla="*/ 3121080 h 3188466"/>
              <a:gd name="connsiteX135" fmla="*/ 7241065 w 12202113"/>
              <a:gd name="connsiteY135" fmla="*/ 3120661 h 3188466"/>
              <a:gd name="connsiteX136" fmla="*/ 7224696 w 12202113"/>
              <a:gd name="connsiteY136" fmla="*/ 3116051 h 3188466"/>
              <a:gd name="connsiteX137" fmla="*/ 7193009 w 12202113"/>
              <a:gd name="connsiteY137" fmla="*/ 3112108 h 3188466"/>
              <a:gd name="connsiteX138" fmla="*/ 7137220 w 12202113"/>
              <a:gd name="connsiteY138" fmla="*/ 3098354 h 3188466"/>
              <a:gd name="connsiteX139" fmla="*/ 7104427 w 12202113"/>
              <a:gd name="connsiteY139" fmla="*/ 3091790 h 3188466"/>
              <a:gd name="connsiteX140" fmla="*/ 7082240 w 12202113"/>
              <a:gd name="connsiteY140" fmla="*/ 3085740 h 3188466"/>
              <a:gd name="connsiteX141" fmla="*/ 7016754 w 12202113"/>
              <a:gd name="connsiteY141" fmla="*/ 3077196 h 3188466"/>
              <a:gd name="connsiteX142" fmla="*/ 6904436 w 12202113"/>
              <a:gd name="connsiteY142" fmla="*/ 3065900 h 3188466"/>
              <a:gd name="connsiteX143" fmla="*/ 6881434 w 12202113"/>
              <a:gd name="connsiteY143" fmla="*/ 3062865 h 3188466"/>
              <a:gd name="connsiteX144" fmla="*/ 6865273 w 12202113"/>
              <a:gd name="connsiteY144" fmla="*/ 3057749 h 3188466"/>
              <a:gd name="connsiteX145" fmla="*/ 6864671 w 12202113"/>
              <a:gd name="connsiteY145" fmla="*/ 3054378 h 3188466"/>
              <a:gd name="connsiteX146" fmla="*/ 6852599 w 12202113"/>
              <a:gd name="connsiteY146" fmla="*/ 3052306 h 3188466"/>
              <a:gd name="connsiteX147" fmla="*/ 6850143 w 12202113"/>
              <a:gd name="connsiteY147" fmla="*/ 3051232 h 3188466"/>
              <a:gd name="connsiteX148" fmla="*/ 6835301 w 12202113"/>
              <a:gd name="connsiteY148" fmla="*/ 3045593 h 3188466"/>
              <a:gd name="connsiteX149" fmla="*/ 6784871 w 12202113"/>
              <a:gd name="connsiteY149" fmla="*/ 3046562 h 3188466"/>
              <a:gd name="connsiteX150" fmla="*/ 6738245 w 12202113"/>
              <a:gd name="connsiteY150" fmla="*/ 3037055 h 3188466"/>
              <a:gd name="connsiteX151" fmla="*/ 6537703 w 12202113"/>
              <a:gd name="connsiteY151" fmla="*/ 3017736 h 3188466"/>
              <a:gd name="connsiteX152" fmla="*/ 6521858 w 12202113"/>
              <a:gd name="connsiteY152" fmla="*/ 3004158 h 3188466"/>
              <a:gd name="connsiteX153" fmla="*/ 6445069 w 12202113"/>
              <a:gd name="connsiteY153" fmla="*/ 2992470 h 3188466"/>
              <a:gd name="connsiteX154" fmla="*/ 6302447 w 12202113"/>
              <a:gd name="connsiteY154" fmla="*/ 2994274 h 3188466"/>
              <a:gd name="connsiteX155" fmla="*/ 6160029 w 12202113"/>
              <a:gd name="connsiteY155" fmla="*/ 2973666 h 3188466"/>
              <a:gd name="connsiteX156" fmla="*/ 6144046 w 12202113"/>
              <a:gd name="connsiteY156" fmla="*/ 2976380 h 3188466"/>
              <a:gd name="connsiteX157" fmla="*/ 6127670 w 12202113"/>
              <a:gd name="connsiteY157" fmla="*/ 2976929 h 3188466"/>
              <a:gd name="connsiteX158" fmla="*/ 6126155 w 12202113"/>
              <a:gd name="connsiteY158" fmla="*/ 2976245 h 3188466"/>
              <a:gd name="connsiteX159" fmla="*/ 6108575 w 12202113"/>
              <a:gd name="connsiteY159" fmla="*/ 2974651 h 3188466"/>
              <a:gd name="connsiteX160" fmla="*/ 6103746 w 12202113"/>
              <a:gd name="connsiteY160" fmla="*/ 2975803 h 3188466"/>
              <a:gd name="connsiteX161" fmla="*/ 6091377 w 12202113"/>
              <a:gd name="connsiteY161" fmla="*/ 2975180 h 3188466"/>
              <a:gd name="connsiteX162" fmla="*/ 6066183 w 12202113"/>
              <a:gd name="connsiteY162" fmla="*/ 2975222 h 3188466"/>
              <a:gd name="connsiteX163" fmla="*/ 6063287 w 12202113"/>
              <a:gd name="connsiteY163" fmla="*/ 2974353 h 3188466"/>
              <a:gd name="connsiteX164" fmla="*/ 6054813 w 12202113"/>
              <a:gd name="connsiteY164" fmla="*/ 2974911 h 3188466"/>
              <a:gd name="connsiteX165" fmla="*/ 6050809 w 12202113"/>
              <a:gd name="connsiteY165" fmla="*/ 2973985 h 3188466"/>
              <a:gd name="connsiteX166" fmla="*/ 6013979 w 12202113"/>
              <a:gd name="connsiteY166" fmla="*/ 2974553 h 3188466"/>
              <a:gd name="connsiteX167" fmla="*/ 6013800 w 12202113"/>
              <a:gd name="connsiteY167" fmla="*/ 2973973 h 3188466"/>
              <a:gd name="connsiteX168" fmla="*/ 6004866 w 12202113"/>
              <a:gd name="connsiteY168" fmla="*/ 2971570 h 3188466"/>
              <a:gd name="connsiteX169" fmla="*/ 5987036 w 12202113"/>
              <a:gd name="connsiteY169" fmla="*/ 2968315 h 3188466"/>
              <a:gd name="connsiteX170" fmla="*/ 5950027 w 12202113"/>
              <a:gd name="connsiteY170" fmla="*/ 2953546 h 3188466"/>
              <a:gd name="connsiteX171" fmla="*/ 5911668 w 12202113"/>
              <a:gd name="connsiteY171" fmla="*/ 2954074 h 3188466"/>
              <a:gd name="connsiteX172" fmla="*/ 5904110 w 12202113"/>
              <a:gd name="connsiteY172" fmla="*/ 2953861 h 3188466"/>
              <a:gd name="connsiteX173" fmla="*/ 5904026 w 12202113"/>
              <a:gd name="connsiteY173" fmla="*/ 2953724 h 3188466"/>
              <a:gd name="connsiteX174" fmla="*/ 5896189 w 12202113"/>
              <a:gd name="connsiteY174" fmla="*/ 2953236 h 3188466"/>
              <a:gd name="connsiteX175" fmla="*/ 5890331 w 12202113"/>
              <a:gd name="connsiteY175" fmla="*/ 2953471 h 3188466"/>
              <a:gd name="connsiteX176" fmla="*/ 5875672 w 12202113"/>
              <a:gd name="connsiteY176" fmla="*/ 2953056 h 3188466"/>
              <a:gd name="connsiteX177" fmla="*/ 5871070 w 12202113"/>
              <a:gd name="connsiteY177" fmla="*/ 2952035 h 3188466"/>
              <a:gd name="connsiteX178" fmla="*/ 5869888 w 12202113"/>
              <a:gd name="connsiteY178" fmla="*/ 2950364 h 3188466"/>
              <a:gd name="connsiteX179" fmla="*/ 5868461 w 12202113"/>
              <a:gd name="connsiteY179" fmla="*/ 2950506 h 3188466"/>
              <a:gd name="connsiteX180" fmla="*/ 5843343 w 12202113"/>
              <a:gd name="connsiteY180" fmla="*/ 2945262 h 3188466"/>
              <a:gd name="connsiteX181" fmla="*/ 5784331 w 12202113"/>
              <a:gd name="connsiteY181" fmla="*/ 2938531 h 3188466"/>
              <a:gd name="connsiteX182" fmla="*/ 5749498 w 12202113"/>
              <a:gd name="connsiteY182" fmla="*/ 2936713 h 3188466"/>
              <a:gd name="connsiteX183" fmla="*/ 5655214 w 12202113"/>
              <a:gd name="connsiteY183" fmla="*/ 2929503 h 3188466"/>
              <a:gd name="connsiteX184" fmla="*/ 5561446 w 12202113"/>
              <a:gd name="connsiteY184" fmla="*/ 2920575 h 3188466"/>
              <a:gd name="connsiteX185" fmla="*/ 5519456 w 12202113"/>
              <a:gd name="connsiteY185" fmla="*/ 2906631 h 3188466"/>
              <a:gd name="connsiteX186" fmla="*/ 5514099 w 12202113"/>
              <a:gd name="connsiteY186" fmla="*/ 2906097 h 3188466"/>
              <a:gd name="connsiteX187" fmla="*/ 5499273 w 12202113"/>
              <a:gd name="connsiteY187" fmla="*/ 2907057 h 3188466"/>
              <a:gd name="connsiteX188" fmla="*/ 5493664 w 12202113"/>
              <a:gd name="connsiteY188" fmla="*/ 2907817 h 3188466"/>
              <a:gd name="connsiteX189" fmla="*/ 5485530 w 12202113"/>
              <a:gd name="connsiteY189" fmla="*/ 2908080 h 3188466"/>
              <a:gd name="connsiteX190" fmla="*/ 5485337 w 12202113"/>
              <a:gd name="connsiteY190" fmla="*/ 2907959 h 3188466"/>
              <a:gd name="connsiteX191" fmla="*/ 5477696 w 12202113"/>
              <a:gd name="connsiteY191" fmla="*/ 2908455 h 3188466"/>
              <a:gd name="connsiteX192" fmla="*/ 5440170 w 12202113"/>
              <a:gd name="connsiteY192" fmla="*/ 2912482 h 3188466"/>
              <a:gd name="connsiteX193" fmla="*/ 5391911 w 12202113"/>
              <a:gd name="connsiteY193" fmla="*/ 2902040 h 3188466"/>
              <a:gd name="connsiteX194" fmla="*/ 5371708 w 12202113"/>
              <a:gd name="connsiteY194" fmla="*/ 2900629 h 3188466"/>
              <a:gd name="connsiteX195" fmla="*/ 5360976 w 12202113"/>
              <a:gd name="connsiteY195" fmla="*/ 2899197 h 3188466"/>
              <a:gd name="connsiteX196" fmla="*/ 5360345 w 12202113"/>
              <a:gd name="connsiteY196" fmla="*/ 2898671 h 3188466"/>
              <a:gd name="connsiteX197" fmla="*/ 5324367 w 12202113"/>
              <a:gd name="connsiteY197" fmla="*/ 2902593 h 3188466"/>
              <a:gd name="connsiteX198" fmla="*/ 5319673 w 12202113"/>
              <a:gd name="connsiteY198" fmla="*/ 2902094 h 3188466"/>
              <a:gd name="connsiteX199" fmla="*/ 5296114 w 12202113"/>
              <a:gd name="connsiteY199" fmla="*/ 2905958 h 3188466"/>
              <a:gd name="connsiteX200" fmla="*/ 5283999 w 12202113"/>
              <a:gd name="connsiteY200" fmla="*/ 2907258 h 3188466"/>
              <a:gd name="connsiteX201" fmla="*/ 5280460 w 12202113"/>
              <a:gd name="connsiteY201" fmla="*/ 2909063 h 3188466"/>
              <a:gd name="connsiteX202" fmla="*/ 5262637 w 12202113"/>
              <a:gd name="connsiteY202" fmla="*/ 2910250 h 3188466"/>
              <a:gd name="connsiteX203" fmla="*/ 5260635 w 12202113"/>
              <a:gd name="connsiteY203" fmla="*/ 2909845 h 3188466"/>
              <a:gd name="connsiteX204" fmla="*/ 5245770 w 12202113"/>
              <a:gd name="connsiteY204" fmla="*/ 2912842 h 3188466"/>
              <a:gd name="connsiteX205" fmla="*/ 5233108 w 12202113"/>
              <a:gd name="connsiteY205" fmla="*/ 2917794 h 3188466"/>
              <a:gd name="connsiteX206" fmla="*/ 5082201 w 12202113"/>
              <a:gd name="connsiteY206" fmla="*/ 2920260 h 3188466"/>
              <a:gd name="connsiteX207" fmla="*/ 4939211 w 12202113"/>
              <a:gd name="connsiteY207" fmla="*/ 2931760 h 3188466"/>
              <a:gd name="connsiteX208" fmla="*/ 4794309 w 12202113"/>
              <a:gd name="connsiteY208" fmla="*/ 2937227 h 3188466"/>
              <a:gd name="connsiteX209" fmla="*/ 4637676 w 12202113"/>
              <a:gd name="connsiteY209" fmla="*/ 2946666 h 3188466"/>
              <a:gd name="connsiteX210" fmla="*/ 4585922 w 12202113"/>
              <a:gd name="connsiteY210" fmla="*/ 2944906 h 3188466"/>
              <a:gd name="connsiteX211" fmla="*/ 4539516 w 12202113"/>
              <a:gd name="connsiteY211" fmla="*/ 2953466 h 3188466"/>
              <a:gd name="connsiteX212" fmla="*/ 4520819 w 12202113"/>
              <a:gd name="connsiteY212" fmla="*/ 2950477 h 3188466"/>
              <a:gd name="connsiteX213" fmla="*/ 4517604 w 12202113"/>
              <a:gd name="connsiteY213" fmla="*/ 2949852 h 3188466"/>
              <a:gd name="connsiteX214" fmla="*/ 4504537 w 12202113"/>
              <a:gd name="connsiteY214" fmla="*/ 2949759 h 3188466"/>
              <a:gd name="connsiteX215" fmla="*/ 4501104 w 12202113"/>
              <a:gd name="connsiteY215" fmla="*/ 2946715 h 3188466"/>
              <a:gd name="connsiteX216" fmla="*/ 4342695 w 12202113"/>
              <a:gd name="connsiteY216" fmla="*/ 2951638 h 3188466"/>
              <a:gd name="connsiteX217" fmla="*/ 4274096 w 12202113"/>
              <a:gd name="connsiteY217" fmla="*/ 2953640 h 3188466"/>
              <a:gd name="connsiteX218" fmla="*/ 4248170 w 12202113"/>
              <a:gd name="connsiteY218" fmla="*/ 2951384 h 3188466"/>
              <a:gd name="connsiteX219" fmla="*/ 4147924 w 12202113"/>
              <a:gd name="connsiteY219" fmla="*/ 2945945 h 3188466"/>
              <a:gd name="connsiteX220" fmla="*/ 4061825 w 12202113"/>
              <a:gd name="connsiteY220" fmla="*/ 2944206 h 3188466"/>
              <a:gd name="connsiteX221" fmla="*/ 3998557 w 12202113"/>
              <a:gd name="connsiteY221" fmla="*/ 2955821 h 3188466"/>
              <a:gd name="connsiteX222" fmla="*/ 3993107 w 12202113"/>
              <a:gd name="connsiteY222" fmla="*/ 2953708 h 3188466"/>
              <a:gd name="connsiteX223" fmla="*/ 3949713 w 12202113"/>
              <a:gd name="connsiteY223" fmla="*/ 2955441 h 3188466"/>
              <a:gd name="connsiteX224" fmla="*/ 3797284 w 12202113"/>
              <a:gd name="connsiteY224" fmla="*/ 2977037 h 3188466"/>
              <a:gd name="connsiteX225" fmla="*/ 3712498 w 12202113"/>
              <a:gd name="connsiteY225" fmla="*/ 2979996 h 3188466"/>
              <a:gd name="connsiteX226" fmla="*/ 3682471 w 12202113"/>
              <a:gd name="connsiteY226" fmla="*/ 2978543 h 3188466"/>
              <a:gd name="connsiteX227" fmla="*/ 3632163 w 12202113"/>
              <a:gd name="connsiteY227" fmla="*/ 2976264 h 3188466"/>
              <a:gd name="connsiteX228" fmla="*/ 3594728 w 12202113"/>
              <a:gd name="connsiteY228" fmla="*/ 2968398 h 3188466"/>
              <a:gd name="connsiteX229" fmla="*/ 3552594 w 12202113"/>
              <a:gd name="connsiteY229" fmla="*/ 2968934 h 3188466"/>
              <a:gd name="connsiteX230" fmla="*/ 3542589 w 12202113"/>
              <a:gd name="connsiteY230" fmla="*/ 2977031 h 3188466"/>
              <a:gd name="connsiteX231" fmla="*/ 3497591 w 12202113"/>
              <a:gd name="connsiteY231" fmla="*/ 2975018 h 3188466"/>
              <a:gd name="connsiteX232" fmla="*/ 3429352 w 12202113"/>
              <a:gd name="connsiteY232" fmla="*/ 2971090 h 3188466"/>
              <a:gd name="connsiteX233" fmla="*/ 3389938 w 12202113"/>
              <a:gd name="connsiteY233" fmla="*/ 2970884 h 3188466"/>
              <a:gd name="connsiteX234" fmla="*/ 3282344 w 12202113"/>
              <a:gd name="connsiteY234" fmla="*/ 2968084 h 3188466"/>
              <a:gd name="connsiteX235" fmla="*/ 3174624 w 12202113"/>
              <a:gd name="connsiteY235" fmla="*/ 2963576 h 3188466"/>
              <a:gd name="connsiteX236" fmla="*/ 3111077 w 12202113"/>
              <a:gd name="connsiteY236" fmla="*/ 2951285 h 3188466"/>
              <a:gd name="connsiteX237" fmla="*/ 3022501 w 12202113"/>
              <a:gd name="connsiteY237" fmla="*/ 2948619 h 3188466"/>
              <a:gd name="connsiteX238" fmla="*/ 3007714 w 12202113"/>
              <a:gd name="connsiteY238" fmla="*/ 2946762 h 3188466"/>
              <a:gd name="connsiteX239" fmla="*/ 2903098 w 12202113"/>
              <a:gd name="connsiteY239" fmla="*/ 2940576 h 3188466"/>
              <a:gd name="connsiteX240" fmla="*/ 2781591 w 12202113"/>
              <a:gd name="connsiteY240" fmla="*/ 2946394 h 3188466"/>
              <a:gd name="connsiteX241" fmla="*/ 2627942 w 12202113"/>
              <a:gd name="connsiteY241" fmla="*/ 2919996 h 3188466"/>
              <a:gd name="connsiteX242" fmla="*/ 2354959 w 12202113"/>
              <a:gd name="connsiteY242" fmla="*/ 2882080 h 3188466"/>
              <a:gd name="connsiteX243" fmla="*/ 2063184 w 12202113"/>
              <a:gd name="connsiteY243" fmla="*/ 2879109 h 3188466"/>
              <a:gd name="connsiteX244" fmla="*/ 1986946 w 12202113"/>
              <a:gd name="connsiteY244" fmla="*/ 2887619 h 3188466"/>
              <a:gd name="connsiteX245" fmla="*/ 1763479 w 12202113"/>
              <a:gd name="connsiteY245" fmla="*/ 2909077 h 3188466"/>
              <a:gd name="connsiteX246" fmla="*/ 1537980 w 12202113"/>
              <a:gd name="connsiteY246" fmla="*/ 2960398 h 3188466"/>
              <a:gd name="connsiteX247" fmla="*/ 1395229 w 12202113"/>
              <a:gd name="connsiteY247" fmla="*/ 2975625 h 3188466"/>
              <a:gd name="connsiteX248" fmla="*/ 1327834 w 12202113"/>
              <a:gd name="connsiteY248" fmla="*/ 2989485 h 3188466"/>
              <a:gd name="connsiteX249" fmla="*/ 1280757 w 12202113"/>
              <a:gd name="connsiteY249" fmla="*/ 2992959 h 3188466"/>
              <a:gd name="connsiteX250" fmla="*/ 1252582 w 12202113"/>
              <a:gd name="connsiteY250" fmla="*/ 2995877 h 3188466"/>
              <a:gd name="connsiteX251" fmla="*/ 1204670 w 12202113"/>
              <a:gd name="connsiteY251" fmla="*/ 3014826 h 3188466"/>
              <a:gd name="connsiteX252" fmla="*/ 1020457 w 12202113"/>
              <a:gd name="connsiteY252" fmla="*/ 3031603 h 3188466"/>
              <a:gd name="connsiteX253" fmla="*/ 843248 w 12202113"/>
              <a:gd name="connsiteY253" fmla="*/ 3026954 h 3188466"/>
              <a:gd name="connsiteX254" fmla="*/ 583517 w 12202113"/>
              <a:gd name="connsiteY254" fmla="*/ 3089095 h 3188466"/>
              <a:gd name="connsiteX255" fmla="*/ 556836 w 12202113"/>
              <a:gd name="connsiteY255" fmla="*/ 3094374 h 3188466"/>
              <a:gd name="connsiteX256" fmla="*/ 412089 w 12202113"/>
              <a:gd name="connsiteY256" fmla="*/ 3121334 h 3188466"/>
              <a:gd name="connsiteX257" fmla="*/ 83929 w 12202113"/>
              <a:gd name="connsiteY257" fmla="*/ 3150566 h 31884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</a:cxnLst>
            <a:rect l="l" t="t" r="r" b="b"/>
            <a:pathLst>
              <a:path w="12202113" h="3188466">
                <a:moveTo>
                  <a:pt x="0" y="3188466"/>
                </a:moveTo>
                <a:lnTo>
                  <a:pt x="10116" y="2657641"/>
                </a:lnTo>
                <a:lnTo>
                  <a:pt x="10116" y="0"/>
                </a:lnTo>
                <a:lnTo>
                  <a:pt x="12202113" y="0"/>
                </a:lnTo>
                <a:lnTo>
                  <a:pt x="12202113" y="2879832"/>
                </a:lnTo>
                <a:lnTo>
                  <a:pt x="12198167" y="2880360"/>
                </a:lnTo>
                <a:cubicBezTo>
                  <a:pt x="12163116" y="2884349"/>
                  <a:pt x="12143771" y="2884544"/>
                  <a:pt x="12122128" y="2887194"/>
                </a:cubicBezTo>
                <a:cubicBezTo>
                  <a:pt x="12087086" y="2893347"/>
                  <a:pt x="12050015" y="2907304"/>
                  <a:pt x="12028868" y="2911786"/>
                </a:cubicBezTo>
                <a:lnTo>
                  <a:pt x="11995238" y="2914090"/>
                </a:lnTo>
                <a:lnTo>
                  <a:pt x="11996460" y="2918442"/>
                </a:lnTo>
                <a:lnTo>
                  <a:pt x="11983968" y="2918762"/>
                </a:lnTo>
                <a:lnTo>
                  <a:pt x="11956084" y="2918868"/>
                </a:lnTo>
                <a:cubicBezTo>
                  <a:pt x="11938684" y="2919526"/>
                  <a:pt x="11890300" y="2918483"/>
                  <a:pt x="11872586" y="2920076"/>
                </a:cubicBezTo>
                <a:cubicBezTo>
                  <a:pt x="11867476" y="2924717"/>
                  <a:pt x="11859589" y="2927247"/>
                  <a:pt x="11849804" y="2928420"/>
                </a:cubicBezTo>
                <a:lnTo>
                  <a:pt x="11828254" y="2928551"/>
                </a:lnTo>
                <a:lnTo>
                  <a:pt x="11703277" y="2939735"/>
                </a:lnTo>
                <a:lnTo>
                  <a:pt x="11686094" y="2940570"/>
                </a:lnTo>
                <a:lnTo>
                  <a:pt x="11676788" y="2944321"/>
                </a:lnTo>
                <a:cubicBezTo>
                  <a:pt x="11669684" y="2945069"/>
                  <a:pt x="11649276" y="2944585"/>
                  <a:pt x="11643464" y="2945066"/>
                </a:cubicBezTo>
                <a:lnTo>
                  <a:pt x="11641922" y="2947200"/>
                </a:lnTo>
                <a:cubicBezTo>
                  <a:pt x="11623408" y="2950611"/>
                  <a:pt x="11553770" y="2961969"/>
                  <a:pt x="11532386" y="2965529"/>
                </a:cubicBezTo>
                <a:cubicBezTo>
                  <a:pt x="11528114" y="2962248"/>
                  <a:pt x="11518548" y="2967430"/>
                  <a:pt x="11513619" y="2968556"/>
                </a:cubicBezTo>
                <a:cubicBezTo>
                  <a:pt x="11512856" y="2966346"/>
                  <a:pt x="11500924" y="2965672"/>
                  <a:pt x="11497404" y="2967639"/>
                </a:cubicBezTo>
                <a:cubicBezTo>
                  <a:pt x="11413522" y="2978420"/>
                  <a:pt x="11455510" y="2956141"/>
                  <a:pt x="11407630" y="2970255"/>
                </a:cubicBezTo>
                <a:cubicBezTo>
                  <a:pt x="11399160" y="2971190"/>
                  <a:pt x="11392296" y="2970299"/>
                  <a:pt x="11386276" y="2968648"/>
                </a:cubicBezTo>
                <a:lnTo>
                  <a:pt x="11377296" y="2965257"/>
                </a:lnTo>
                <a:lnTo>
                  <a:pt x="11342536" y="2971666"/>
                </a:lnTo>
                <a:cubicBezTo>
                  <a:pt x="11325414" y="2973900"/>
                  <a:pt x="11307393" y="2975381"/>
                  <a:pt x="11288902" y="2976058"/>
                </a:cubicBezTo>
                <a:cubicBezTo>
                  <a:pt x="11284753" y="2971542"/>
                  <a:pt x="11270239" y="2977957"/>
                  <a:pt x="11263411" y="2979228"/>
                </a:cubicBezTo>
                <a:cubicBezTo>
                  <a:pt x="11263340" y="2976278"/>
                  <a:pt x="11248212" y="2974865"/>
                  <a:pt x="11242843" y="2977303"/>
                </a:cubicBezTo>
                <a:cubicBezTo>
                  <a:pt x="11130019" y="2987845"/>
                  <a:pt x="11193504" y="2960297"/>
                  <a:pt x="11125798" y="2976816"/>
                </a:cubicBezTo>
                <a:cubicBezTo>
                  <a:pt x="11114472" y="2977677"/>
                  <a:pt x="11105974" y="2976199"/>
                  <a:pt x="11098884" y="2973758"/>
                </a:cubicBezTo>
                <a:lnTo>
                  <a:pt x="11086128" y="2967663"/>
                </a:lnTo>
                <a:lnTo>
                  <a:pt x="11076132" y="2969836"/>
                </a:lnTo>
                <a:cubicBezTo>
                  <a:pt x="11038408" y="2970007"/>
                  <a:pt x="11027285" y="2963760"/>
                  <a:pt x="11005337" y="2970053"/>
                </a:cubicBezTo>
                <a:cubicBezTo>
                  <a:pt x="10972902" y="2956973"/>
                  <a:pt x="10983824" y="2968749"/>
                  <a:pt x="10959154" y="2970750"/>
                </a:cubicBezTo>
                <a:cubicBezTo>
                  <a:pt x="10939692" y="2973358"/>
                  <a:pt x="10975422" y="2978377"/>
                  <a:pt x="10956347" y="2979118"/>
                </a:cubicBezTo>
                <a:cubicBezTo>
                  <a:pt x="10935712" y="2975741"/>
                  <a:pt x="10936682" y="2986229"/>
                  <a:pt x="10915223" y="2982099"/>
                </a:cubicBezTo>
                <a:cubicBezTo>
                  <a:pt x="10920436" y="2974198"/>
                  <a:pt x="10872877" y="2983630"/>
                  <a:pt x="10871398" y="2976728"/>
                </a:cubicBezTo>
                <a:cubicBezTo>
                  <a:pt x="10853171" y="2986599"/>
                  <a:pt x="10844013" y="2974439"/>
                  <a:pt x="10819743" y="2977481"/>
                </a:cubicBezTo>
                <a:cubicBezTo>
                  <a:pt x="10808314" y="2981215"/>
                  <a:pt x="10800068" y="2981856"/>
                  <a:pt x="10788834" y="2977840"/>
                </a:cubicBezTo>
                <a:cubicBezTo>
                  <a:pt x="10736185" y="2996020"/>
                  <a:pt x="10756982" y="2978653"/>
                  <a:pt x="10707711" y="2985644"/>
                </a:cubicBezTo>
                <a:cubicBezTo>
                  <a:pt x="10665262" y="2992997"/>
                  <a:pt x="10617142" y="2997767"/>
                  <a:pt x="10576086" y="3015319"/>
                </a:cubicBezTo>
                <a:cubicBezTo>
                  <a:pt x="10568550" y="3020292"/>
                  <a:pt x="10550046" y="3022174"/>
                  <a:pt x="10534761" y="3019524"/>
                </a:cubicBezTo>
                <a:cubicBezTo>
                  <a:pt x="10532134" y="3019067"/>
                  <a:pt x="10529698" y="3018490"/>
                  <a:pt x="10527537" y="3017814"/>
                </a:cubicBezTo>
                <a:cubicBezTo>
                  <a:pt x="10492044" y="3020498"/>
                  <a:pt x="10362224" y="3032491"/>
                  <a:pt x="10321799" y="3035635"/>
                </a:cubicBezTo>
                <a:cubicBezTo>
                  <a:pt x="10318526" y="3029246"/>
                  <a:pt x="10298084" y="3040774"/>
                  <a:pt x="10284989" y="3036679"/>
                </a:cubicBezTo>
                <a:cubicBezTo>
                  <a:pt x="10275610" y="3033085"/>
                  <a:pt x="10267220" y="3035744"/>
                  <a:pt x="10257423" y="3036027"/>
                </a:cubicBezTo>
                <a:cubicBezTo>
                  <a:pt x="10244517" y="3033202"/>
                  <a:pt x="10202424" y="3038304"/>
                  <a:pt x="10191450" y="3041963"/>
                </a:cubicBezTo>
                <a:cubicBezTo>
                  <a:pt x="10165225" y="3054679"/>
                  <a:pt x="10105634" y="3045236"/>
                  <a:pt x="10083845" y="3054978"/>
                </a:cubicBezTo>
                <a:cubicBezTo>
                  <a:pt x="10075939" y="3056408"/>
                  <a:pt x="10068203" y="3056986"/>
                  <a:pt x="10060611" y="3057035"/>
                </a:cubicBezTo>
                <a:lnTo>
                  <a:pt x="10039363" y="3055961"/>
                </a:lnTo>
                <a:lnTo>
                  <a:pt x="10033322" y="3053238"/>
                </a:lnTo>
                <a:lnTo>
                  <a:pt x="10020337" y="3053912"/>
                </a:lnTo>
                <a:lnTo>
                  <a:pt x="10016616" y="3053498"/>
                </a:lnTo>
                <a:cubicBezTo>
                  <a:pt x="10009508" y="3052695"/>
                  <a:pt x="10002492" y="3051995"/>
                  <a:pt x="9995549" y="3051719"/>
                </a:cubicBezTo>
                <a:cubicBezTo>
                  <a:pt x="10004680" y="3065377"/>
                  <a:pt x="9937988" y="3051618"/>
                  <a:pt x="9957212" y="3062663"/>
                </a:cubicBezTo>
                <a:cubicBezTo>
                  <a:pt x="9920646" y="3063519"/>
                  <a:pt x="9948538" y="3073806"/>
                  <a:pt x="9904584" y="3063999"/>
                </a:cubicBezTo>
                <a:cubicBezTo>
                  <a:pt x="9847813" y="3075166"/>
                  <a:pt x="9758323" y="3071010"/>
                  <a:pt x="9713857" y="3087955"/>
                </a:cubicBezTo>
                <a:cubicBezTo>
                  <a:pt x="9719380" y="3081485"/>
                  <a:pt x="9695453" y="3076466"/>
                  <a:pt x="9678879" y="3079676"/>
                </a:cubicBezTo>
                <a:cubicBezTo>
                  <a:pt x="9698255" y="3054291"/>
                  <a:pt x="9613348" y="3102551"/>
                  <a:pt x="9598760" y="3085228"/>
                </a:cubicBezTo>
                <a:cubicBezTo>
                  <a:pt x="9598041" y="3101310"/>
                  <a:pt x="9523758" y="3128579"/>
                  <a:pt x="9488796" y="3115384"/>
                </a:cubicBezTo>
                <a:cubicBezTo>
                  <a:pt x="9435532" y="3118605"/>
                  <a:pt x="9397815" y="3131898"/>
                  <a:pt x="9341972" y="3126583"/>
                </a:cubicBezTo>
                <a:cubicBezTo>
                  <a:pt x="9340239" y="3128735"/>
                  <a:pt x="9337399" y="3130536"/>
                  <a:pt x="9333795" y="3132083"/>
                </a:cubicBezTo>
                <a:lnTo>
                  <a:pt x="9321736" y="3135834"/>
                </a:lnTo>
                <a:lnTo>
                  <a:pt x="9319405" y="3135561"/>
                </a:lnTo>
                <a:cubicBezTo>
                  <a:pt x="9310247" y="3135512"/>
                  <a:pt x="9305558" y="3136419"/>
                  <a:pt x="9302847" y="3137746"/>
                </a:cubicBezTo>
                <a:lnTo>
                  <a:pt x="9300930" y="3139687"/>
                </a:lnTo>
                <a:lnTo>
                  <a:pt x="9290106" y="3141645"/>
                </a:lnTo>
                <a:lnTo>
                  <a:pt x="9270220" y="3146737"/>
                </a:lnTo>
                <a:lnTo>
                  <a:pt x="9265150" y="3146531"/>
                </a:lnTo>
                <a:lnTo>
                  <a:pt x="9233057" y="3152408"/>
                </a:lnTo>
                <a:lnTo>
                  <a:pt x="9231974" y="3151938"/>
                </a:lnTo>
                <a:cubicBezTo>
                  <a:pt x="9228816" y="3151020"/>
                  <a:pt x="9225099" y="3150595"/>
                  <a:pt x="9220130" y="3151189"/>
                </a:cubicBezTo>
                <a:cubicBezTo>
                  <a:pt x="9218372" y="3142213"/>
                  <a:pt x="9213458" y="3148467"/>
                  <a:pt x="9198955" y="3151015"/>
                </a:cubicBezTo>
                <a:cubicBezTo>
                  <a:pt x="9192986" y="3137641"/>
                  <a:pt x="9157451" y="3149750"/>
                  <a:pt x="9142196" y="3143802"/>
                </a:cubicBezTo>
                <a:cubicBezTo>
                  <a:pt x="9131673" y="3145976"/>
                  <a:pt x="9120437" y="3148030"/>
                  <a:pt x="9108665" y="3149868"/>
                </a:cubicBezTo>
                <a:lnTo>
                  <a:pt x="9014086" y="3150791"/>
                </a:lnTo>
                <a:lnTo>
                  <a:pt x="8915037" y="3140020"/>
                </a:lnTo>
                <a:cubicBezTo>
                  <a:pt x="8878400" y="3139785"/>
                  <a:pt x="8846675" y="3135786"/>
                  <a:pt x="8815667" y="3138606"/>
                </a:cubicBezTo>
                <a:cubicBezTo>
                  <a:pt x="8803071" y="3135495"/>
                  <a:pt x="8791199" y="3134238"/>
                  <a:pt x="8779688" y="3138895"/>
                </a:cubicBezTo>
                <a:cubicBezTo>
                  <a:pt x="8745498" y="3137342"/>
                  <a:pt x="8737221" y="3130691"/>
                  <a:pt x="8715556" y="3135878"/>
                </a:cubicBezTo>
                <a:cubicBezTo>
                  <a:pt x="8696347" y="3125121"/>
                  <a:pt x="8695210" y="3129227"/>
                  <a:pt x="8686183" y="3132307"/>
                </a:cubicBezTo>
                <a:lnTo>
                  <a:pt x="8684895" y="3132527"/>
                </a:lnTo>
                <a:lnTo>
                  <a:pt x="8682270" y="3130989"/>
                </a:lnTo>
                <a:lnTo>
                  <a:pt x="8676836" y="3130278"/>
                </a:lnTo>
                <a:lnTo>
                  <a:pt x="8662002" y="3130735"/>
                </a:lnTo>
                <a:lnTo>
                  <a:pt x="8656423" y="3131304"/>
                </a:lnTo>
                <a:cubicBezTo>
                  <a:pt x="8652581" y="3131550"/>
                  <a:pt x="8650028" y="3131521"/>
                  <a:pt x="8648261" y="3131294"/>
                </a:cubicBezTo>
                <a:lnTo>
                  <a:pt x="8648057" y="3131167"/>
                </a:lnTo>
                <a:lnTo>
                  <a:pt x="8640412" y="3131403"/>
                </a:lnTo>
                <a:cubicBezTo>
                  <a:pt x="8627510" y="3132092"/>
                  <a:pt x="8614954" y="3133035"/>
                  <a:pt x="8603003" y="3134155"/>
                </a:cubicBezTo>
                <a:cubicBezTo>
                  <a:pt x="8592897" y="3127095"/>
                  <a:pt x="8548738" y="3135435"/>
                  <a:pt x="8553571" y="3122125"/>
                </a:cubicBezTo>
                <a:cubicBezTo>
                  <a:pt x="8537450" y="3123243"/>
                  <a:pt x="8527699" y="3128769"/>
                  <a:pt x="8533128" y="3120039"/>
                </a:cubicBezTo>
                <a:cubicBezTo>
                  <a:pt x="8527821" y="3120156"/>
                  <a:pt x="8524551" y="3119414"/>
                  <a:pt x="8522209" y="3118252"/>
                </a:cubicBezTo>
                <a:lnTo>
                  <a:pt x="8521532" y="3117705"/>
                </a:lnTo>
                <a:lnTo>
                  <a:pt x="8485667" y="3120406"/>
                </a:lnTo>
                <a:lnTo>
                  <a:pt x="8480905" y="3119749"/>
                </a:lnTo>
                <a:lnTo>
                  <a:pt x="8457530" y="3122810"/>
                </a:lnTo>
                <a:lnTo>
                  <a:pt x="8445451" y="3123697"/>
                </a:lnTo>
                <a:lnTo>
                  <a:pt x="8442039" y="3125378"/>
                </a:lnTo>
                <a:cubicBezTo>
                  <a:pt x="8438355" y="3126399"/>
                  <a:pt x="8433075" y="3126839"/>
                  <a:pt x="8424215" y="3125963"/>
                </a:cubicBezTo>
                <a:lnTo>
                  <a:pt x="8422165" y="3125491"/>
                </a:lnTo>
                <a:lnTo>
                  <a:pt x="8407465" y="3127979"/>
                </a:lnTo>
                <a:cubicBezTo>
                  <a:pt x="8402731" y="3129129"/>
                  <a:pt x="8398540" y="3130592"/>
                  <a:pt x="8395146" y="3132488"/>
                </a:cubicBezTo>
                <a:cubicBezTo>
                  <a:pt x="8345093" y="3122354"/>
                  <a:pt x="8297866" y="3131626"/>
                  <a:pt x="8243538" y="3129873"/>
                </a:cubicBezTo>
                <a:cubicBezTo>
                  <a:pt x="8220052" y="3114107"/>
                  <a:pt x="8126172" y="3133411"/>
                  <a:pt x="8112685" y="3148698"/>
                </a:cubicBezTo>
                <a:cubicBezTo>
                  <a:pt x="8112380" y="3135302"/>
                  <a:pt x="8044302" y="3153542"/>
                  <a:pt x="8026741" y="3154015"/>
                </a:cubicBezTo>
                <a:cubicBezTo>
                  <a:pt x="8020887" y="3154173"/>
                  <a:pt x="8020646" y="3152357"/>
                  <a:pt x="8030400" y="3146736"/>
                </a:cubicBezTo>
                <a:cubicBezTo>
                  <a:pt x="8011739" y="3148301"/>
                  <a:pt x="7992477" y="3141339"/>
                  <a:pt x="8002987" y="3135663"/>
                </a:cubicBezTo>
                <a:cubicBezTo>
                  <a:pt x="7946297" y="3147811"/>
                  <a:pt x="7862627" y="3135732"/>
                  <a:pt x="7798568" y="3141249"/>
                </a:cubicBezTo>
                <a:cubicBezTo>
                  <a:pt x="7763645" y="3127901"/>
                  <a:pt x="7782577" y="3140251"/>
                  <a:pt x="7746353" y="3137755"/>
                </a:cubicBezTo>
                <a:cubicBezTo>
                  <a:pt x="7756261" y="3150042"/>
                  <a:pt x="7702377" y="3130861"/>
                  <a:pt x="7700395" y="3144729"/>
                </a:cubicBezTo>
                <a:cubicBezTo>
                  <a:pt x="7693866" y="3143835"/>
                  <a:pt x="7687603" y="3142532"/>
                  <a:pt x="7681335" y="3141120"/>
                </a:cubicBezTo>
                <a:lnTo>
                  <a:pt x="7678044" y="3140387"/>
                </a:lnTo>
                <a:lnTo>
                  <a:pt x="7664890" y="3139855"/>
                </a:lnTo>
                <a:lnTo>
                  <a:pt x="7661183" y="3136706"/>
                </a:lnTo>
                <a:lnTo>
                  <a:pt x="7641383" y="3133755"/>
                </a:lnTo>
                <a:cubicBezTo>
                  <a:pt x="7633967" y="3133115"/>
                  <a:pt x="7625987" y="3132967"/>
                  <a:pt x="7617169" y="3133614"/>
                </a:cubicBezTo>
                <a:cubicBezTo>
                  <a:pt x="7595475" y="3139109"/>
                  <a:pt x="7561695" y="3132374"/>
                  <a:pt x="7531143" y="3132781"/>
                </a:cubicBezTo>
                <a:lnTo>
                  <a:pt x="7517113" y="3134483"/>
                </a:lnTo>
                <a:lnTo>
                  <a:pt x="7471320" y="3131645"/>
                </a:lnTo>
                <a:cubicBezTo>
                  <a:pt x="7458285" y="3131095"/>
                  <a:pt x="7444756" y="3130805"/>
                  <a:pt x="7430512" y="3131007"/>
                </a:cubicBezTo>
                <a:lnTo>
                  <a:pt x="7404071" y="3132361"/>
                </a:lnTo>
                <a:lnTo>
                  <a:pt x="7397140" y="3131239"/>
                </a:lnTo>
                <a:cubicBezTo>
                  <a:pt x="7385068" y="3131364"/>
                  <a:pt x="7369091" y="3135313"/>
                  <a:pt x="7370514" y="3130516"/>
                </a:cubicBezTo>
                <a:lnTo>
                  <a:pt x="7356953" y="3132179"/>
                </a:lnTo>
                <a:lnTo>
                  <a:pt x="7343567" y="3128350"/>
                </a:lnTo>
                <a:cubicBezTo>
                  <a:pt x="7342101" y="3127461"/>
                  <a:pt x="7340998" y="3126514"/>
                  <a:pt x="7340295" y="3125545"/>
                </a:cubicBezTo>
                <a:lnTo>
                  <a:pt x="7321348" y="3126804"/>
                </a:lnTo>
                <a:lnTo>
                  <a:pt x="7305815" y="3124063"/>
                </a:lnTo>
                <a:lnTo>
                  <a:pt x="7292274" y="3125855"/>
                </a:lnTo>
                <a:lnTo>
                  <a:pt x="7286654" y="3125451"/>
                </a:lnTo>
                <a:lnTo>
                  <a:pt x="7272685" y="3124094"/>
                </a:lnTo>
                <a:cubicBezTo>
                  <a:pt x="7265523" y="3123143"/>
                  <a:pt x="7257508" y="3121997"/>
                  <a:pt x="7248584" y="3121080"/>
                </a:cubicBezTo>
                <a:lnTo>
                  <a:pt x="7241065" y="3120661"/>
                </a:lnTo>
                <a:lnTo>
                  <a:pt x="7224696" y="3116051"/>
                </a:lnTo>
                <a:cubicBezTo>
                  <a:pt x="7212786" y="3112566"/>
                  <a:pt x="7203412" y="3110217"/>
                  <a:pt x="7193009" y="3112108"/>
                </a:cubicBezTo>
                <a:cubicBezTo>
                  <a:pt x="7175276" y="3107606"/>
                  <a:pt x="7162888" y="3094987"/>
                  <a:pt x="7137220" y="3098354"/>
                </a:cubicBezTo>
                <a:cubicBezTo>
                  <a:pt x="7145010" y="3092637"/>
                  <a:pt x="7108715" y="3097662"/>
                  <a:pt x="7104427" y="3091790"/>
                </a:cubicBezTo>
                <a:cubicBezTo>
                  <a:pt x="7102447" y="3087061"/>
                  <a:pt x="7090976" y="3087484"/>
                  <a:pt x="7082240" y="3085740"/>
                </a:cubicBezTo>
                <a:cubicBezTo>
                  <a:pt x="7076014" y="3080911"/>
                  <a:pt x="7032058" y="3076501"/>
                  <a:pt x="7016754" y="3077196"/>
                </a:cubicBezTo>
                <a:cubicBezTo>
                  <a:pt x="6973620" y="3082001"/>
                  <a:pt x="6938923" y="3062558"/>
                  <a:pt x="6904436" y="3065900"/>
                </a:cubicBezTo>
                <a:cubicBezTo>
                  <a:pt x="6895406" y="3065445"/>
                  <a:pt x="6887919" y="3064350"/>
                  <a:pt x="6881434" y="3062865"/>
                </a:cubicBezTo>
                <a:lnTo>
                  <a:pt x="6865273" y="3057749"/>
                </a:lnTo>
                <a:cubicBezTo>
                  <a:pt x="6865072" y="3056626"/>
                  <a:pt x="6864871" y="3055502"/>
                  <a:pt x="6864671" y="3054378"/>
                </a:cubicBezTo>
                <a:lnTo>
                  <a:pt x="6852599" y="3052306"/>
                </a:lnTo>
                <a:lnTo>
                  <a:pt x="6850143" y="3051232"/>
                </a:lnTo>
                <a:cubicBezTo>
                  <a:pt x="6845470" y="3049168"/>
                  <a:pt x="6840704" y="3047206"/>
                  <a:pt x="6835301" y="3045593"/>
                </a:cubicBezTo>
                <a:cubicBezTo>
                  <a:pt x="6820447" y="3058242"/>
                  <a:pt x="6786888" y="3033956"/>
                  <a:pt x="6784871" y="3046562"/>
                </a:cubicBezTo>
                <a:cubicBezTo>
                  <a:pt x="6752593" y="3039899"/>
                  <a:pt x="6759140" y="3053646"/>
                  <a:pt x="6738245" y="3037055"/>
                </a:cubicBezTo>
                <a:cubicBezTo>
                  <a:pt x="6671880" y="3034501"/>
                  <a:pt x="6603220" y="3013245"/>
                  <a:pt x="6537703" y="3017736"/>
                </a:cubicBezTo>
                <a:cubicBezTo>
                  <a:pt x="6553051" y="3013722"/>
                  <a:pt x="6541149" y="3004943"/>
                  <a:pt x="6521858" y="3004158"/>
                </a:cubicBezTo>
                <a:cubicBezTo>
                  <a:pt x="6580141" y="2987944"/>
                  <a:pt x="6428765" y="3009117"/>
                  <a:pt x="6445069" y="2992470"/>
                </a:cubicBezTo>
                <a:cubicBezTo>
                  <a:pt x="6417897" y="3005060"/>
                  <a:pt x="6310156" y="3011743"/>
                  <a:pt x="6302447" y="2994274"/>
                </a:cubicBezTo>
                <a:cubicBezTo>
                  <a:pt x="6252173" y="2986131"/>
                  <a:pt x="6198382" y="2989085"/>
                  <a:pt x="6160029" y="2973666"/>
                </a:cubicBezTo>
                <a:cubicBezTo>
                  <a:pt x="6155014" y="2975022"/>
                  <a:pt x="6149642" y="2975878"/>
                  <a:pt x="6144046" y="2976380"/>
                </a:cubicBezTo>
                <a:lnTo>
                  <a:pt x="6127670" y="2976929"/>
                </a:lnTo>
                <a:lnTo>
                  <a:pt x="6126155" y="2976245"/>
                </a:lnTo>
                <a:cubicBezTo>
                  <a:pt x="6118509" y="2974369"/>
                  <a:pt x="6113052" y="2974144"/>
                  <a:pt x="6108575" y="2974651"/>
                </a:cubicBezTo>
                <a:lnTo>
                  <a:pt x="6103746" y="2975803"/>
                </a:lnTo>
                <a:lnTo>
                  <a:pt x="6091377" y="2975180"/>
                </a:lnTo>
                <a:lnTo>
                  <a:pt x="6066183" y="2975222"/>
                </a:lnTo>
                <a:lnTo>
                  <a:pt x="6063287" y="2974353"/>
                </a:lnTo>
                <a:lnTo>
                  <a:pt x="6054813" y="2974911"/>
                </a:lnTo>
                <a:lnTo>
                  <a:pt x="6050809" y="2973985"/>
                </a:lnTo>
                <a:lnTo>
                  <a:pt x="6013979" y="2974553"/>
                </a:lnTo>
                <a:cubicBezTo>
                  <a:pt x="6013918" y="2974361"/>
                  <a:pt x="6013860" y="2974167"/>
                  <a:pt x="6013800" y="2973973"/>
                </a:cubicBezTo>
                <a:cubicBezTo>
                  <a:pt x="6012565" y="2972689"/>
                  <a:pt x="6010070" y="2971765"/>
                  <a:pt x="6004866" y="2971570"/>
                </a:cubicBezTo>
                <a:cubicBezTo>
                  <a:pt x="6017706" y="2963268"/>
                  <a:pt x="6003515" y="2968156"/>
                  <a:pt x="5987036" y="2968315"/>
                </a:cubicBezTo>
                <a:cubicBezTo>
                  <a:pt x="6003302" y="2955458"/>
                  <a:pt x="5953573" y="2961108"/>
                  <a:pt x="5950027" y="2953546"/>
                </a:cubicBezTo>
                <a:cubicBezTo>
                  <a:pt x="5937559" y="2953953"/>
                  <a:pt x="5924668" y="2954151"/>
                  <a:pt x="5911668" y="2954074"/>
                </a:cubicBezTo>
                <a:lnTo>
                  <a:pt x="5904110" y="2953861"/>
                </a:lnTo>
                <a:cubicBezTo>
                  <a:pt x="5904082" y="2953815"/>
                  <a:pt x="5904053" y="2953769"/>
                  <a:pt x="5904026" y="2953724"/>
                </a:cubicBezTo>
                <a:cubicBezTo>
                  <a:pt x="5902528" y="2953395"/>
                  <a:pt x="5900097" y="2953219"/>
                  <a:pt x="5896189" y="2953236"/>
                </a:cubicBezTo>
                <a:lnTo>
                  <a:pt x="5890331" y="2953471"/>
                </a:lnTo>
                <a:lnTo>
                  <a:pt x="5875672" y="2953056"/>
                </a:lnTo>
                <a:lnTo>
                  <a:pt x="5871070" y="2952035"/>
                </a:lnTo>
                <a:lnTo>
                  <a:pt x="5869888" y="2950364"/>
                </a:lnTo>
                <a:lnTo>
                  <a:pt x="5868461" y="2950506"/>
                </a:lnTo>
                <a:cubicBezTo>
                  <a:pt x="5857092" y="2953019"/>
                  <a:pt x="5852416" y="2957005"/>
                  <a:pt x="5843343" y="2945262"/>
                </a:cubicBezTo>
                <a:cubicBezTo>
                  <a:pt x="5817989" y="2949116"/>
                  <a:pt x="5815840" y="2942065"/>
                  <a:pt x="5784331" y="2938531"/>
                </a:cubicBezTo>
                <a:cubicBezTo>
                  <a:pt x="5769202" y="2942455"/>
                  <a:pt x="5758885" y="2940521"/>
                  <a:pt x="5749498" y="2936713"/>
                </a:cubicBezTo>
                <a:cubicBezTo>
                  <a:pt x="5717228" y="2937683"/>
                  <a:pt x="5690227" y="2931877"/>
                  <a:pt x="5655214" y="2929503"/>
                </a:cubicBezTo>
                <a:cubicBezTo>
                  <a:pt x="5614827" y="2933899"/>
                  <a:pt x="5598877" y="2923069"/>
                  <a:pt x="5561446" y="2920575"/>
                </a:cubicBezTo>
                <a:cubicBezTo>
                  <a:pt x="5525084" y="2929276"/>
                  <a:pt x="5537471" y="2911136"/>
                  <a:pt x="5519456" y="2906631"/>
                </a:cubicBezTo>
                <a:lnTo>
                  <a:pt x="5514099" y="2906097"/>
                </a:lnTo>
                <a:lnTo>
                  <a:pt x="5499273" y="2907057"/>
                </a:lnTo>
                <a:lnTo>
                  <a:pt x="5493664" y="2907817"/>
                </a:lnTo>
                <a:cubicBezTo>
                  <a:pt x="5489815" y="2908191"/>
                  <a:pt x="5487270" y="2908250"/>
                  <a:pt x="5485530" y="2908080"/>
                </a:cubicBezTo>
                <a:lnTo>
                  <a:pt x="5485337" y="2907959"/>
                </a:lnTo>
                <a:lnTo>
                  <a:pt x="5477696" y="2908455"/>
                </a:lnTo>
                <a:cubicBezTo>
                  <a:pt x="5464775" y="2909581"/>
                  <a:pt x="5452182" y="2910951"/>
                  <a:pt x="5440170" y="2912482"/>
                </a:cubicBezTo>
                <a:cubicBezTo>
                  <a:pt x="5430698" y="2905718"/>
                  <a:pt x="5385970" y="2915593"/>
                  <a:pt x="5391911" y="2902040"/>
                </a:cubicBezTo>
                <a:cubicBezTo>
                  <a:pt x="5375744" y="2903707"/>
                  <a:pt x="5365560" y="2909594"/>
                  <a:pt x="5371708" y="2900629"/>
                </a:cubicBezTo>
                <a:cubicBezTo>
                  <a:pt x="5366408" y="2900926"/>
                  <a:pt x="5363213" y="2900288"/>
                  <a:pt x="5360976" y="2899197"/>
                </a:cubicBezTo>
                <a:lnTo>
                  <a:pt x="5360345" y="2898671"/>
                </a:lnTo>
                <a:lnTo>
                  <a:pt x="5324367" y="2902593"/>
                </a:lnTo>
                <a:lnTo>
                  <a:pt x="5319673" y="2902094"/>
                </a:lnTo>
                <a:lnTo>
                  <a:pt x="5296114" y="2905958"/>
                </a:lnTo>
                <a:lnTo>
                  <a:pt x="5283999" y="2907258"/>
                </a:lnTo>
                <a:lnTo>
                  <a:pt x="5280460" y="2909063"/>
                </a:lnTo>
                <a:cubicBezTo>
                  <a:pt x="5276699" y="2910214"/>
                  <a:pt x="5271395" y="2910834"/>
                  <a:pt x="5262637" y="2910250"/>
                </a:cubicBezTo>
                <a:lnTo>
                  <a:pt x="5260635" y="2909845"/>
                </a:lnTo>
                <a:lnTo>
                  <a:pt x="5245770" y="2912842"/>
                </a:lnTo>
                <a:cubicBezTo>
                  <a:pt x="5240955" y="2914159"/>
                  <a:pt x="5236652" y="2915770"/>
                  <a:pt x="5233108" y="2917794"/>
                </a:cubicBezTo>
                <a:cubicBezTo>
                  <a:pt x="5184071" y="2909280"/>
                  <a:pt x="5136210" y="2920197"/>
                  <a:pt x="5082201" y="2920260"/>
                </a:cubicBezTo>
                <a:lnTo>
                  <a:pt x="4939211" y="2931760"/>
                </a:lnTo>
                <a:cubicBezTo>
                  <a:pt x="4920477" y="2933960"/>
                  <a:pt x="4783353" y="2943291"/>
                  <a:pt x="4794309" y="2937227"/>
                </a:cubicBezTo>
                <a:cubicBezTo>
                  <a:pt x="4736776" y="2951353"/>
                  <a:pt x="4701995" y="2938961"/>
                  <a:pt x="4637676" y="2946666"/>
                </a:cubicBezTo>
                <a:cubicBezTo>
                  <a:pt x="4603987" y="2934412"/>
                  <a:pt x="4621816" y="2946201"/>
                  <a:pt x="4585922" y="2944906"/>
                </a:cubicBezTo>
                <a:cubicBezTo>
                  <a:pt x="4594760" y="2956935"/>
                  <a:pt x="4542663" y="2939450"/>
                  <a:pt x="4539516" y="2953466"/>
                </a:cubicBezTo>
                <a:cubicBezTo>
                  <a:pt x="4533082" y="2952789"/>
                  <a:pt x="4526953" y="2951687"/>
                  <a:pt x="4520819" y="2950477"/>
                </a:cubicBezTo>
                <a:lnTo>
                  <a:pt x="4517604" y="2949852"/>
                </a:lnTo>
                <a:lnTo>
                  <a:pt x="4504537" y="2949759"/>
                </a:lnTo>
                <a:lnTo>
                  <a:pt x="4501104" y="2946715"/>
                </a:lnTo>
                <a:lnTo>
                  <a:pt x="4342695" y="2951638"/>
                </a:lnTo>
                <a:cubicBezTo>
                  <a:pt x="4328954" y="2954609"/>
                  <a:pt x="4284038" y="2957184"/>
                  <a:pt x="4274096" y="2953640"/>
                </a:cubicBezTo>
                <a:cubicBezTo>
                  <a:pt x="4264434" y="2953346"/>
                  <a:pt x="4254047" y="2955481"/>
                  <a:pt x="4248170" y="2951384"/>
                </a:cubicBezTo>
                <a:lnTo>
                  <a:pt x="4147924" y="2945945"/>
                </a:lnTo>
                <a:cubicBezTo>
                  <a:pt x="4131656" y="2952619"/>
                  <a:pt x="4104816" y="2942907"/>
                  <a:pt x="4061825" y="2944206"/>
                </a:cubicBezTo>
                <a:cubicBezTo>
                  <a:pt x="4044045" y="2951860"/>
                  <a:pt x="4032845" y="2944993"/>
                  <a:pt x="3998557" y="2955821"/>
                </a:cubicBezTo>
                <a:cubicBezTo>
                  <a:pt x="3997072" y="2955023"/>
                  <a:pt x="3995237" y="2954313"/>
                  <a:pt x="3993107" y="2953708"/>
                </a:cubicBezTo>
                <a:cubicBezTo>
                  <a:pt x="3980729" y="2950196"/>
                  <a:pt x="3961302" y="2950972"/>
                  <a:pt x="3949713" y="2955441"/>
                </a:cubicBezTo>
                <a:cubicBezTo>
                  <a:pt x="3894925" y="2970367"/>
                  <a:pt x="3844508" y="2972262"/>
                  <a:pt x="3797284" y="2977037"/>
                </a:cubicBezTo>
                <a:cubicBezTo>
                  <a:pt x="3743822" y="2981057"/>
                  <a:pt x="3778974" y="2965129"/>
                  <a:pt x="3712498" y="2979996"/>
                </a:cubicBezTo>
                <a:cubicBezTo>
                  <a:pt x="3705202" y="2975373"/>
                  <a:pt x="3696720" y="2975524"/>
                  <a:pt x="3682471" y="2978543"/>
                </a:cubicBezTo>
                <a:cubicBezTo>
                  <a:pt x="3656488" y="2980127"/>
                  <a:pt x="3658300" y="2967587"/>
                  <a:pt x="3632163" y="2976264"/>
                </a:cubicBezTo>
                <a:cubicBezTo>
                  <a:pt x="3636766" y="2969363"/>
                  <a:pt x="3582819" y="2975892"/>
                  <a:pt x="3594728" y="2968398"/>
                </a:cubicBezTo>
                <a:cubicBezTo>
                  <a:pt x="3577705" y="2963064"/>
                  <a:pt x="3569481" y="2973476"/>
                  <a:pt x="3552594" y="2968934"/>
                </a:cubicBezTo>
                <a:cubicBezTo>
                  <a:pt x="3533613" y="2968552"/>
                  <a:pt x="3563577" y="2975594"/>
                  <a:pt x="3542589" y="2977031"/>
                </a:cubicBezTo>
                <a:cubicBezTo>
                  <a:pt x="3517131" y="2977564"/>
                  <a:pt x="3517346" y="2989828"/>
                  <a:pt x="3497591" y="2975018"/>
                </a:cubicBezTo>
                <a:lnTo>
                  <a:pt x="3429352" y="2971090"/>
                </a:lnTo>
                <a:cubicBezTo>
                  <a:pt x="3414141" y="2975624"/>
                  <a:pt x="3401904" y="2974195"/>
                  <a:pt x="3389938" y="2970884"/>
                </a:cubicBezTo>
                <a:cubicBezTo>
                  <a:pt x="3354504" y="2973297"/>
                  <a:pt x="3322178" y="2968827"/>
                  <a:pt x="3282344" y="2968084"/>
                </a:cubicBezTo>
                <a:cubicBezTo>
                  <a:pt x="3239277" y="2974224"/>
                  <a:pt x="3217192" y="2964327"/>
                  <a:pt x="3174624" y="2963576"/>
                </a:cubicBezTo>
                <a:cubicBezTo>
                  <a:pt x="3132504" y="2975210"/>
                  <a:pt x="3146911" y="2949576"/>
                  <a:pt x="3111077" y="2951285"/>
                </a:cubicBezTo>
                <a:cubicBezTo>
                  <a:pt x="3052732" y="2962418"/>
                  <a:pt x="3112543" y="2942881"/>
                  <a:pt x="3022501" y="2948619"/>
                </a:cubicBezTo>
                <a:cubicBezTo>
                  <a:pt x="3017399" y="2950352"/>
                  <a:pt x="3006521" y="2948989"/>
                  <a:pt x="3007714" y="2946762"/>
                </a:cubicBezTo>
                <a:cubicBezTo>
                  <a:pt x="2987987" y="2948105"/>
                  <a:pt x="2931270" y="2937206"/>
                  <a:pt x="2903098" y="2940576"/>
                </a:cubicBezTo>
                <a:cubicBezTo>
                  <a:pt x="2848155" y="2935894"/>
                  <a:pt x="2821430" y="2947095"/>
                  <a:pt x="2781591" y="2946394"/>
                </a:cubicBezTo>
                <a:cubicBezTo>
                  <a:pt x="2735559" y="2940279"/>
                  <a:pt x="2708563" y="2934146"/>
                  <a:pt x="2627942" y="2919996"/>
                </a:cubicBezTo>
                <a:lnTo>
                  <a:pt x="2354959" y="2882080"/>
                </a:lnTo>
                <a:cubicBezTo>
                  <a:pt x="2252426" y="2847776"/>
                  <a:pt x="2124519" y="2878188"/>
                  <a:pt x="2063184" y="2879109"/>
                </a:cubicBezTo>
                <a:cubicBezTo>
                  <a:pt x="2038620" y="2892844"/>
                  <a:pt x="2017217" y="2880735"/>
                  <a:pt x="1986946" y="2887619"/>
                </a:cubicBezTo>
                <a:cubicBezTo>
                  <a:pt x="1919067" y="2894646"/>
                  <a:pt x="1852404" y="2912737"/>
                  <a:pt x="1763479" y="2909077"/>
                </a:cubicBezTo>
                <a:cubicBezTo>
                  <a:pt x="1726097" y="2949538"/>
                  <a:pt x="1621108" y="2933327"/>
                  <a:pt x="1537980" y="2960398"/>
                </a:cubicBezTo>
                <a:cubicBezTo>
                  <a:pt x="1489205" y="2967965"/>
                  <a:pt x="1410921" y="2954082"/>
                  <a:pt x="1395229" y="2975625"/>
                </a:cubicBezTo>
                <a:cubicBezTo>
                  <a:pt x="1371975" y="2964548"/>
                  <a:pt x="1352259" y="2986116"/>
                  <a:pt x="1327834" y="2989485"/>
                </a:cubicBezTo>
                <a:cubicBezTo>
                  <a:pt x="1307734" y="2982782"/>
                  <a:pt x="1298456" y="2990289"/>
                  <a:pt x="1280757" y="2992959"/>
                </a:cubicBezTo>
                <a:cubicBezTo>
                  <a:pt x="1272383" y="2988567"/>
                  <a:pt x="1257337" y="2989790"/>
                  <a:pt x="1252582" y="2995877"/>
                </a:cubicBezTo>
                <a:cubicBezTo>
                  <a:pt x="1260705" y="3008688"/>
                  <a:pt x="1207969" y="3005420"/>
                  <a:pt x="1204670" y="3014826"/>
                </a:cubicBezTo>
                <a:cubicBezTo>
                  <a:pt x="1174431" y="3018683"/>
                  <a:pt x="1041848" y="3015513"/>
                  <a:pt x="1020457" y="3031603"/>
                </a:cubicBezTo>
                <a:cubicBezTo>
                  <a:pt x="959520" y="3042500"/>
                  <a:pt x="869308" y="3024872"/>
                  <a:pt x="843248" y="3026954"/>
                </a:cubicBezTo>
                <a:cubicBezTo>
                  <a:pt x="815646" y="3001836"/>
                  <a:pt x="694189" y="3080490"/>
                  <a:pt x="583517" y="3089095"/>
                </a:cubicBezTo>
                <a:cubicBezTo>
                  <a:pt x="568425" y="3087467"/>
                  <a:pt x="560448" y="3088013"/>
                  <a:pt x="556836" y="3094374"/>
                </a:cubicBezTo>
                <a:cubicBezTo>
                  <a:pt x="528264" y="3099747"/>
                  <a:pt x="471823" y="3109156"/>
                  <a:pt x="412089" y="3121334"/>
                </a:cubicBezTo>
                <a:cubicBezTo>
                  <a:pt x="367235" y="3131096"/>
                  <a:pt x="143790" y="3139436"/>
                  <a:pt x="83929" y="3150566"/>
                </a:cubicBezTo>
                <a:close/>
              </a:path>
            </a:pathLst>
          </a:custGeom>
          <a:solidFill>
            <a:srgbClr val="82766A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905833"/>
            <a:ext cx="3161297" cy="2398713"/>
          </a:xfrm>
        </p:spPr>
        <p:txBody>
          <a:bodyPr>
            <a:normAutofit/>
          </a:bodyPr>
          <a:lstStyle/>
          <a:p>
            <a:pPr>
              <a:defRPr>
                <a:solidFill>
                  <a:srgbClr val="4EC9B0"/>
                </a:solidFill>
              </a:defRPr>
            </a:pPr>
            <a:r>
              <a:rPr lang="en-GB" sz="3400" err="1">
                <a:latin typeface="Segoe UI" panose="020B0502040204020203" pitchFamily="34" charset="0"/>
                <a:cs typeface="Segoe UI" panose="020B0502040204020203" pitchFamily="34" charset="0"/>
              </a:rPr>
              <a:t>Examensarbete</a:t>
            </a:r>
            <a:r>
              <a:rPr lang="en-GB" sz="3400">
                <a:latin typeface="Segoe UI" panose="020B0502040204020203" pitchFamily="34" charset="0"/>
                <a:cs typeface="Segoe UI" panose="020B0502040204020203" pitchFamily="34" charset="0"/>
              </a:rPr>
              <a:t> Niklas Häll CLO24</a:t>
            </a:r>
          </a:p>
        </p:txBody>
      </p:sp>
      <p:pic>
        <p:nvPicPr>
          <p:cNvPr id="13" name="Picture 12" descr="A screen shot of a ticket&#10;&#10;AI-generated content may be incorrect.">
            <a:extLst>
              <a:ext uri="{FF2B5EF4-FFF2-40B4-BE49-F238E27FC236}">
                <a16:creationId xmlns:a16="http://schemas.microsoft.com/office/drawing/2014/main" id="{F1BF6684-F1EE-6611-AB2F-6C9234C509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9216" y="1001159"/>
            <a:ext cx="7406444" cy="1573869"/>
          </a:xfrm>
          <a:prstGeom prst="rect">
            <a:avLst/>
          </a:prstGeom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23084" y="3884452"/>
            <a:ext cx="4292266" cy="2398713"/>
          </a:xfrm>
        </p:spPr>
        <p:txBody>
          <a:bodyPr anchor="ctr">
            <a:noAutofit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en-GB" sz="2400" dirty="0">
                <a:solidFill>
                  <a:srgbClr val="A0A0A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Problem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GB" sz="2400" dirty="0" err="1">
                <a:solidFill>
                  <a:srgbClr val="A0A0A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Mål</a:t>
            </a:r>
            <a:endParaRPr lang="en-GB" sz="2400" dirty="0">
              <a:solidFill>
                <a:srgbClr val="A0A0A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>
              <a:buFont typeface="Wingdings" panose="05000000000000000000" pitchFamily="2" charset="2"/>
              <a:buChar char="§"/>
            </a:pPr>
            <a:r>
              <a:rPr lang="en-GB" sz="2400" dirty="0" err="1">
                <a:solidFill>
                  <a:srgbClr val="A0A0A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Kärna</a:t>
            </a:r>
            <a:endParaRPr lang="en-GB" sz="2400" dirty="0">
              <a:solidFill>
                <a:srgbClr val="A0A0A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>
              <a:buFont typeface="Wingdings" panose="05000000000000000000" pitchFamily="2" charset="2"/>
              <a:buChar char="§"/>
            </a:pPr>
            <a:r>
              <a:rPr lang="en-GB" sz="2400" dirty="0" err="1">
                <a:solidFill>
                  <a:srgbClr val="A0A0A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Motivering</a:t>
            </a:r>
            <a:endParaRPr lang="en-GB" sz="2400" dirty="0">
              <a:solidFill>
                <a:srgbClr val="A0A0A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A3A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defRPr>
                <a:solidFill>
                  <a:srgbClr val="4EC9B0"/>
                </a:solidFill>
              </a:defRPr>
            </a:pPr>
            <a:r>
              <a:rPr lang="en-GB" sz="4000" dirty="0" err="1">
                <a:latin typeface="Segoe UI" panose="020B0502040204020203" pitchFamily="34" charset="0"/>
                <a:cs typeface="Segoe UI" panose="020B0502040204020203" pitchFamily="34" charset="0"/>
              </a:rPr>
              <a:t>Huvudflöde</a:t>
            </a:r>
            <a:endParaRPr sz="40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39028FE5-90AE-9C08-B726-CB6E301DF3F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089399444"/>
              </p:ext>
            </p:extLst>
          </p:nvPr>
        </p:nvGraphicFramePr>
        <p:xfrm>
          <a:off x="0" y="3606815"/>
          <a:ext cx="9144000" cy="325118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5FD18BE0-2780-99DD-5F96-89B4F015D74C}"/>
              </a:ext>
            </a:extLst>
          </p:cNvPr>
          <p:cNvSpPr/>
          <p:nvPr/>
        </p:nvSpPr>
        <p:spPr>
          <a:xfrm>
            <a:off x="857125" y="2265180"/>
            <a:ext cx="1345096" cy="569844"/>
          </a:xfrm>
          <a:prstGeom prst="roundRect">
            <a:avLst/>
          </a:prstGeom>
          <a:gradFill flip="none" rotWithShape="1">
            <a:gsLst>
              <a:gs pos="0">
                <a:schemeClr val="accent3">
                  <a:lumMod val="67000"/>
                </a:schemeClr>
              </a:gs>
              <a:gs pos="48000">
                <a:schemeClr val="accent3">
                  <a:lumMod val="97000"/>
                  <a:lumOff val="3000"/>
                </a:schemeClr>
              </a:gs>
              <a:gs pos="100000">
                <a:schemeClr val="accent3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dirty="0" err="1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Användare</a:t>
            </a:r>
            <a:endParaRPr lang="en-SE" sz="1200" dirty="0">
              <a:solidFill>
                <a:schemeClr val="tx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CEDF185B-7F74-0CC1-CB06-37C285BB104B}"/>
              </a:ext>
            </a:extLst>
          </p:cNvPr>
          <p:cNvSpPr/>
          <p:nvPr/>
        </p:nvSpPr>
        <p:spPr>
          <a:xfrm>
            <a:off x="2944341" y="2265180"/>
            <a:ext cx="1345096" cy="569844"/>
          </a:xfrm>
          <a:prstGeom prst="roundRect">
            <a:avLst/>
          </a:prstGeom>
          <a:gradFill flip="none" rotWithShape="1">
            <a:gsLst>
              <a:gs pos="0">
                <a:schemeClr val="accent3">
                  <a:lumMod val="67000"/>
                </a:schemeClr>
              </a:gs>
              <a:gs pos="48000">
                <a:schemeClr val="accent3">
                  <a:lumMod val="97000"/>
                  <a:lumOff val="3000"/>
                </a:schemeClr>
              </a:gs>
              <a:gs pos="100000">
                <a:schemeClr val="accent3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Blazor Server (Web)</a:t>
            </a:r>
            <a:endParaRPr lang="en-SE" sz="1200" dirty="0">
              <a:solidFill>
                <a:schemeClr val="tx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46E383B7-AE71-E6AC-C496-14CC47165635}"/>
              </a:ext>
            </a:extLst>
          </p:cNvPr>
          <p:cNvSpPr/>
          <p:nvPr/>
        </p:nvSpPr>
        <p:spPr>
          <a:xfrm>
            <a:off x="5058065" y="2265180"/>
            <a:ext cx="1345096" cy="569844"/>
          </a:xfrm>
          <a:prstGeom prst="roundRect">
            <a:avLst/>
          </a:prstGeom>
          <a:gradFill flip="none" rotWithShape="1">
            <a:gsLst>
              <a:gs pos="0">
                <a:schemeClr val="accent3">
                  <a:lumMod val="67000"/>
                </a:schemeClr>
              </a:gs>
              <a:gs pos="48000">
                <a:schemeClr val="accent3">
                  <a:lumMod val="97000"/>
                  <a:lumOff val="3000"/>
                </a:schemeClr>
              </a:gs>
              <a:gs pos="100000">
                <a:schemeClr val="accent3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API</a:t>
            </a:r>
            <a:endParaRPr lang="en-SE" sz="1200" dirty="0">
              <a:solidFill>
                <a:schemeClr val="tx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4A7DA5D0-4EBE-A6EB-E1C4-196D379AB61E}"/>
              </a:ext>
            </a:extLst>
          </p:cNvPr>
          <p:cNvSpPr/>
          <p:nvPr/>
        </p:nvSpPr>
        <p:spPr>
          <a:xfrm>
            <a:off x="7145281" y="2265180"/>
            <a:ext cx="1345096" cy="569844"/>
          </a:xfrm>
          <a:prstGeom prst="roundRect">
            <a:avLst/>
          </a:prstGeom>
          <a:gradFill flip="none" rotWithShape="1">
            <a:gsLst>
              <a:gs pos="0">
                <a:schemeClr val="accent3">
                  <a:lumMod val="67000"/>
                </a:schemeClr>
              </a:gs>
              <a:gs pos="48000">
                <a:schemeClr val="accent3">
                  <a:lumMod val="97000"/>
                  <a:lumOff val="3000"/>
                </a:schemeClr>
              </a:gs>
              <a:gs pos="100000">
                <a:schemeClr val="accent3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dirty="0" err="1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CosmosDB</a:t>
            </a:r>
            <a:endParaRPr lang="en-SE" sz="1200" dirty="0">
              <a:solidFill>
                <a:schemeClr val="tx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9DA57FBF-82EB-E1A2-4450-5C0475811E11}"/>
              </a:ext>
            </a:extLst>
          </p:cNvPr>
          <p:cNvSpPr/>
          <p:nvPr/>
        </p:nvSpPr>
        <p:spPr>
          <a:xfrm>
            <a:off x="145773" y="5380382"/>
            <a:ext cx="987287" cy="569844"/>
          </a:xfrm>
          <a:prstGeom prst="roundRect">
            <a:avLst/>
          </a:prstGeom>
          <a:gradFill flip="none" rotWithShape="1">
            <a:gsLst>
              <a:gs pos="0">
                <a:schemeClr val="accent3">
                  <a:lumMod val="67000"/>
                </a:schemeClr>
              </a:gs>
              <a:gs pos="48000">
                <a:schemeClr val="accent3">
                  <a:lumMod val="97000"/>
                  <a:lumOff val="3000"/>
                </a:schemeClr>
              </a:gs>
              <a:gs pos="100000">
                <a:schemeClr val="accent3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dirty="0" err="1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Användare</a:t>
            </a:r>
            <a:endParaRPr lang="en-SE" sz="1200" dirty="0">
              <a:solidFill>
                <a:schemeClr val="tx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B3D95112-C231-833C-865B-BD292779B1DC}"/>
              </a:ext>
            </a:extLst>
          </p:cNvPr>
          <p:cNvSpPr/>
          <p:nvPr/>
        </p:nvSpPr>
        <p:spPr>
          <a:xfrm>
            <a:off x="1454428" y="5380382"/>
            <a:ext cx="987287" cy="569844"/>
          </a:xfrm>
          <a:prstGeom prst="roundRect">
            <a:avLst/>
          </a:prstGeom>
          <a:gradFill flip="none" rotWithShape="1">
            <a:gsLst>
              <a:gs pos="0">
                <a:schemeClr val="accent3">
                  <a:lumMod val="67000"/>
                </a:schemeClr>
              </a:gs>
              <a:gs pos="48000">
                <a:schemeClr val="accent3">
                  <a:lumMod val="97000"/>
                  <a:lumOff val="3000"/>
                </a:schemeClr>
              </a:gs>
              <a:gs pos="100000">
                <a:schemeClr val="accent3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00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Blazor Server (Web)</a:t>
            </a:r>
            <a:endParaRPr lang="en-SE" sz="1000" dirty="0">
              <a:solidFill>
                <a:schemeClr val="tx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56ADDA9D-96A2-8021-5E97-242FFFA94366}"/>
              </a:ext>
            </a:extLst>
          </p:cNvPr>
          <p:cNvSpPr/>
          <p:nvPr/>
        </p:nvSpPr>
        <p:spPr>
          <a:xfrm>
            <a:off x="2763083" y="5380382"/>
            <a:ext cx="987286" cy="569844"/>
          </a:xfrm>
          <a:prstGeom prst="roundRect">
            <a:avLst/>
          </a:prstGeom>
          <a:gradFill flip="none" rotWithShape="1">
            <a:gsLst>
              <a:gs pos="0">
                <a:schemeClr val="accent3">
                  <a:lumMod val="67000"/>
                </a:schemeClr>
              </a:gs>
              <a:gs pos="48000">
                <a:schemeClr val="accent3">
                  <a:lumMod val="97000"/>
                  <a:lumOff val="3000"/>
                </a:schemeClr>
              </a:gs>
              <a:gs pos="100000">
                <a:schemeClr val="accent3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API</a:t>
            </a:r>
            <a:endParaRPr lang="en-SE" sz="1200" dirty="0">
              <a:solidFill>
                <a:schemeClr val="tx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7E7724DC-2D44-BCF1-7FD1-E16857F8352A}"/>
              </a:ext>
            </a:extLst>
          </p:cNvPr>
          <p:cNvSpPr/>
          <p:nvPr/>
        </p:nvSpPr>
        <p:spPr>
          <a:xfrm>
            <a:off x="4071737" y="5380382"/>
            <a:ext cx="987286" cy="569844"/>
          </a:xfrm>
          <a:prstGeom prst="roundRect">
            <a:avLst/>
          </a:prstGeom>
          <a:gradFill flip="none" rotWithShape="1">
            <a:gsLst>
              <a:gs pos="0">
                <a:schemeClr val="accent3">
                  <a:lumMod val="67000"/>
                </a:schemeClr>
              </a:gs>
              <a:gs pos="48000">
                <a:schemeClr val="accent3">
                  <a:lumMod val="97000"/>
                  <a:lumOff val="3000"/>
                </a:schemeClr>
              </a:gs>
              <a:gs pos="100000">
                <a:schemeClr val="accent3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Outbox</a:t>
            </a:r>
            <a:endParaRPr lang="en-SE" sz="1200" dirty="0">
              <a:solidFill>
                <a:schemeClr val="tx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C48B1CA1-9F3D-0DF7-2E3E-4F47793EC393}"/>
              </a:ext>
            </a:extLst>
          </p:cNvPr>
          <p:cNvSpPr/>
          <p:nvPr/>
        </p:nvSpPr>
        <p:spPr>
          <a:xfrm>
            <a:off x="5380391" y="5380382"/>
            <a:ext cx="987286" cy="569844"/>
          </a:xfrm>
          <a:prstGeom prst="roundRect">
            <a:avLst/>
          </a:prstGeom>
          <a:gradFill flip="none" rotWithShape="1">
            <a:gsLst>
              <a:gs pos="0">
                <a:schemeClr val="accent3">
                  <a:lumMod val="67000"/>
                </a:schemeClr>
              </a:gs>
              <a:gs pos="48000">
                <a:schemeClr val="accent3">
                  <a:lumMod val="97000"/>
                  <a:lumOff val="3000"/>
                </a:schemeClr>
              </a:gs>
              <a:gs pos="100000">
                <a:schemeClr val="accent3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Service Bus</a:t>
            </a:r>
            <a:endParaRPr lang="en-SE" sz="1200" dirty="0">
              <a:solidFill>
                <a:schemeClr val="tx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8DD837A2-B961-8935-3251-8AA6E4254F35}"/>
              </a:ext>
            </a:extLst>
          </p:cNvPr>
          <p:cNvSpPr/>
          <p:nvPr/>
        </p:nvSpPr>
        <p:spPr>
          <a:xfrm>
            <a:off x="6689045" y="5380382"/>
            <a:ext cx="987286" cy="569844"/>
          </a:xfrm>
          <a:prstGeom prst="roundRect">
            <a:avLst/>
          </a:prstGeom>
          <a:gradFill flip="none" rotWithShape="1">
            <a:gsLst>
              <a:gs pos="0">
                <a:schemeClr val="accent3">
                  <a:lumMod val="67000"/>
                </a:schemeClr>
              </a:gs>
              <a:gs pos="48000">
                <a:schemeClr val="accent3">
                  <a:lumMod val="97000"/>
                  <a:lumOff val="3000"/>
                </a:schemeClr>
              </a:gs>
              <a:gs pos="100000">
                <a:schemeClr val="accent3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Azure Function</a:t>
            </a:r>
            <a:endParaRPr lang="en-SE" sz="1200" dirty="0">
              <a:solidFill>
                <a:schemeClr val="tx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A9519C43-E4BB-1F43-A977-6FA0D347B186}"/>
              </a:ext>
            </a:extLst>
          </p:cNvPr>
          <p:cNvSpPr/>
          <p:nvPr/>
        </p:nvSpPr>
        <p:spPr>
          <a:xfrm>
            <a:off x="7997699" y="5380382"/>
            <a:ext cx="987286" cy="569844"/>
          </a:xfrm>
          <a:prstGeom prst="roundRect">
            <a:avLst/>
          </a:prstGeom>
          <a:gradFill flip="none" rotWithShape="1">
            <a:gsLst>
              <a:gs pos="0">
                <a:schemeClr val="accent3">
                  <a:lumMod val="67000"/>
                </a:schemeClr>
              </a:gs>
              <a:gs pos="48000">
                <a:schemeClr val="accent3">
                  <a:lumMod val="97000"/>
                  <a:lumOff val="3000"/>
                </a:schemeClr>
              </a:gs>
              <a:gs pos="100000">
                <a:schemeClr val="accent3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dirty="0" err="1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CosmosDB</a:t>
            </a:r>
            <a:endParaRPr lang="en-SE" sz="1200" dirty="0">
              <a:solidFill>
                <a:schemeClr val="tx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0C96D1B-C6F3-73DC-7DDC-97D19ED0D4BD}"/>
              </a:ext>
            </a:extLst>
          </p:cNvPr>
          <p:cNvSpPr txBox="1"/>
          <p:nvPr/>
        </p:nvSpPr>
        <p:spPr>
          <a:xfrm>
            <a:off x="3378217" y="1417638"/>
            <a:ext cx="238756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sv-SE" sz="2400" dirty="0">
                <a:solidFill>
                  <a:srgbClr val="A0A0A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Synkron körning</a:t>
            </a:r>
            <a:endParaRPr lang="en-SE" sz="2400" dirty="0">
              <a:solidFill>
                <a:srgbClr val="A0A0A0"/>
              </a:solidFill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F09D4BD-E733-4931-1727-EF5B45965EF9}"/>
              </a:ext>
            </a:extLst>
          </p:cNvPr>
          <p:cNvSpPr txBox="1"/>
          <p:nvPr/>
        </p:nvSpPr>
        <p:spPr>
          <a:xfrm>
            <a:off x="2906334" y="4532655"/>
            <a:ext cx="317058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sv-SE" sz="2400" dirty="0">
                <a:solidFill>
                  <a:schemeClr val="accent3">
                    <a:lumMod val="60000"/>
                    <a:lumOff val="4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Event-driven körning</a:t>
            </a:r>
            <a:endParaRPr lang="en-SE" sz="2400" dirty="0">
              <a:solidFill>
                <a:schemeClr val="accent3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32" name="Arrow: Chevron 31">
            <a:extLst>
              <a:ext uri="{FF2B5EF4-FFF2-40B4-BE49-F238E27FC236}">
                <a16:creationId xmlns:a16="http://schemas.microsoft.com/office/drawing/2014/main" id="{F87C81EE-7C60-AB36-E1B5-E8E69C5BEB71}"/>
              </a:ext>
            </a:extLst>
          </p:cNvPr>
          <p:cNvSpPr/>
          <p:nvPr/>
        </p:nvSpPr>
        <p:spPr>
          <a:xfrm>
            <a:off x="1189376" y="5527376"/>
            <a:ext cx="208736" cy="275855"/>
          </a:xfrm>
          <a:prstGeom prst="chevron">
            <a:avLst/>
          </a:prstGeom>
          <a:solidFill>
            <a:schemeClr val="accent3"/>
          </a:solidFill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E">
              <a:solidFill>
                <a:schemeClr val="tx1"/>
              </a:solidFill>
            </a:endParaRPr>
          </a:p>
        </p:txBody>
      </p:sp>
      <p:sp>
        <p:nvSpPr>
          <p:cNvPr id="33" name="Arrow: Chevron 32">
            <a:extLst>
              <a:ext uri="{FF2B5EF4-FFF2-40B4-BE49-F238E27FC236}">
                <a16:creationId xmlns:a16="http://schemas.microsoft.com/office/drawing/2014/main" id="{D88B62F8-47EB-CDFA-4CEE-E95155703560}"/>
              </a:ext>
            </a:extLst>
          </p:cNvPr>
          <p:cNvSpPr/>
          <p:nvPr/>
        </p:nvSpPr>
        <p:spPr>
          <a:xfrm>
            <a:off x="2498031" y="5524270"/>
            <a:ext cx="208736" cy="275855"/>
          </a:xfrm>
          <a:prstGeom prst="chevron">
            <a:avLst/>
          </a:prstGeom>
          <a:solidFill>
            <a:schemeClr val="accent3"/>
          </a:solidFill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E">
              <a:solidFill>
                <a:schemeClr val="tx1"/>
              </a:solidFill>
            </a:endParaRPr>
          </a:p>
        </p:txBody>
      </p:sp>
      <p:sp>
        <p:nvSpPr>
          <p:cNvPr id="34" name="Arrow: Chevron 33">
            <a:extLst>
              <a:ext uri="{FF2B5EF4-FFF2-40B4-BE49-F238E27FC236}">
                <a16:creationId xmlns:a16="http://schemas.microsoft.com/office/drawing/2014/main" id="{4D55B9B7-30FD-CFF2-CBC4-065D005427B6}"/>
              </a:ext>
            </a:extLst>
          </p:cNvPr>
          <p:cNvSpPr/>
          <p:nvPr/>
        </p:nvSpPr>
        <p:spPr>
          <a:xfrm>
            <a:off x="3806685" y="5524269"/>
            <a:ext cx="208736" cy="275855"/>
          </a:xfrm>
          <a:prstGeom prst="chevron">
            <a:avLst/>
          </a:prstGeom>
          <a:solidFill>
            <a:schemeClr val="accent3"/>
          </a:solidFill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E">
              <a:solidFill>
                <a:schemeClr val="tx1"/>
              </a:solidFill>
            </a:endParaRPr>
          </a:p>
        </p:txBody>
      </p:sp>
      <p:sp>
        <p:nvSpPr>
          <p:cNvPr id="35" name="Arrow: Chevron 34">
            <a:extLst>
              <a:ext uri="{FF2B5EF4-FFF2-40B4-BE49-F238E27FC236}">
                <a16:creationId xmlns:a16="http://schemas.microsoft.com/office/drawing/2014/main" id="{60F6744F-CFBB-3D7B-B154-847C6838D9B0}"/>
              </a:ext>
            </a:extLst>
          </p:cNvPr>
          <p:cNvSpPr/>
          <p:nvPr/>
        </p:nvSpPr>
        <p:spPr>
          <a:xfrm>
            <a:off x="5117956" y="5527376"/>
            <a:ext cx="208736" cy="275855"/>
          </a:xfrm>
          <a:prstGeom prst="chevron">
            <a:avLst/>
          </a:prstGeom>
          <a:solidFill>
            <a:schemeClr val="accent3"/>
          </a:solidFill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E">
              <a:solidFill>
                <a:schemeClr val="tx1"/>
              </a:solidFill>
            </a:endParaRPr>
          </a:p>
        </p:txBody>
      </p:sp>
      <p:sp>
        <p:nvSpPr>
          <p:cNvPr id="36" name="Arrow: Chevron 35">
            <a:extLst>
              <a:ext uri="{FF2B5EF4-FFF2-40B4-BE49-F238E27FC236}">
                <a16:creationId xmlns:a16="http://schemas.microsoft.com/office/drawing/2014/main" id="{EBC7FEAD-8E9B-1D66-8B22-81E0C6727292}"/>
              </a:ext>
            </a:extLst>
          </p:cNvPr>
          <p:cNvSpPr/>
          <p:nvPr/>
        </p:nvSpPr>
        <p:spPr>
          <a:xfrm>
            <a:off x="6421376" y="5524268"/>
            <a:ext cx="208736" cy="275855"/>
          </a:xfrm>
          <a:prstGeom prst="chevron">
            <a:avLst/>
          </a:prstGeom>
          <a:solidFill>
            <a:schemeClr val="accent3"/>
          </a:solidFill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E">
              <a:solidFill>
                <a:schemeClr val="tx1"/>
              </a:solidFill>
            </a:endParaRPr>
          </a:p>
        </p:txBody>
      </p:sp>
      <p:sp>
        <p:nvSpPr>
          <p:cNvPr id="37" name="Arrow: Chevron 36">
            <a:extLst>
              <a:ext uri="{FF2B5EF4-FFF2-40B4-BE49-F238E27FC236}">
                <a16:creationId xmlns:a16="http://schemas.microsoft.com/office/drawing/2014/main" id="{6202DBE7-4405-924E-CAD7-2891FA481DB4}"/>
              </a:ext>
            </a:extLst>
          </p:cNvPr>
          <p:cNvSpPr/>
          <p:nvPr/>
        </p:nvSpPr>
        <p:spPr>
          <a:xfrm>
            <a:off x="7732647" y="5524267"/>
            <a:ext cx="208736" cy="275855"/>
          </a:xfrm>
          <a:prstGeom prst="chevron">
            <a:avLst/>
          </a:prstGeom>
          <a:solidFill>
            <a:schemeClr val="accent3"/>
          </a:solidFill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E">
              <a:solidFill>
                <a:schemeClr val="tx1"/>
              </a:solidFill>
            </a:endParaRPr>
          </a:p>
        </p:txBody>
      </p:sp>
      <p:sp>
        <p:nvSpPr>
          <p:cNvPr id="38" name="Arrow: Chevron 37">
            <a:extLst>
              <a:ext uri="{FF2B5EF4-FFF2-40B4-BE49-F238E27FC236}">
                <a16:creationId xmlns:a16="http://schemas.microsoft.com/office/drawing/2014/main" id="{C0B43F58-B7FC-9F90-8BA1-776467CDB65D}"/>
              </a:ext>
            </a:extLst>
          </p:cNvPr>
          <p:cNvSpPr/>
          <p:nvPr/>
        </p:nvSpPr>
        <p:spPr>
          <a:xfrm>
            <a:off x="2468908" y="2412174"/>
            <a:ext cx="208736" cy="275855"/>
          </a:xfrm>
          <a:prstGeom prst="chevron">
            <a:avLst/>
          </a:prstGeom>
          <a:solidFill>
            <a:schemeClr val="accent3"/>
          </a:solidFill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E">
              <a:solidFill>
                <a:schemeClr val="tx1"/>
              </a:solidFill>
            </a:endParaRPr>
          </a:p>
        </p:txBody>
      </p:sp>
      <p:sp>
        <p:nvSpPr>
          <p:cNvPr id="39" name="Arrow: Chevron 38">
            <a:extLst>
              <a:ext uri="{FF2B5EF4-FFF2-40B4-BE49-F238E27FC236}">
                <a16:creationId xmlns:a16="http://schemas.microsoft.com/office/drawing/2014/main" id="{F945BC08-4F67-8CEC-C1B0-7AA452517726}"/>
              </a:ext>
            </a:extLst>
          </p:cNvPr>
          <p:cNvSpPr/>
          <p:nvPr/>
        </p:nvSpPr>
        <p:spPr>
          <a:xfrm>
            <a:off x="4572000" y="2412174"/>
            <a:ext cx="208736" cy="275855"/>
          </a:xfrm>
          <a:prstGeom prst="chevron">
            <a:avLst/>
          </a:prstGeom>
          <a:solidFill>
            <a:schemeClr val="accent3"/>
          </a:solidFill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E">
              <a:solidFill>
                <a:schemeClr val="tx1"/>
              </a:solidFill>
            </a:endParaRPr>
          </a:p>
        </p:txBody>
      </p:sp>
      <p:sp>
        <p:nvSpPr>
          <p:cNvPr id="40" name="Arrow: Chevron 39">
            <a:extLst>
              <a:ext uri="{FF2B5EF4-FFF2-40B4-BE49-F238E27FC236}">
                <a16:creationId xmlns:a16="http://schemas.microsoft.com/office/drawing/2014/main" id="{70B47C7C-2E7B-5F5A-BD3F-ADA4C11512F7}"/>
              </a:ext>
            </a:extLst>
          </p:cNvPr>
          <p:cNvSpPr/>
          <p:nvPr/>
        </p:nvSpPr>
        <p:spPr>
          <a:xfrm>
            <a:off x="6669853" y="2412172"/>
            <a:ext cx="208736" cy="275855"/>
          </a:xfrm>
          <a:prstGeom prst="chevron">
            <a:avLst/>
          </a:prstGeom>
          <a:solidFill>
            <a:schemeClr val="accent3"/>
          </a:solidFill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E">
              <a:solidFill>
                <a:schemeClr val="tx1"/>
              </a:solidFill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EB86C24A-C752-D8DD-1143-300E0C3A5114}"/>
              </a:ext>
            </a:extLst>
          </p:cNvPr>
          <p:cNvSpPr txBox="1"/>
          <p:nvPr/>
        </p:nvSpPr>
        <p:spPr>
          <a:xfrm>
            <a:off x="2981579" y="2974244"/>
            <a:ext cx="550879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GB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Detta </a:t>
            </a:r>
            <a:r>
              <a:rPr lang="en-GB" sz="10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är</a:t>
            </a:r>
            <a:r>
              <a:rPr lang="en-GB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GB" sz="10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ett</a:t>
            </a:r>
            <a:r>
              <a:rPr lang="en-GB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direct-write-</a:t>
            </a:r>
            <a:r>
              <a:rPr lang="en-GB" sz="10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flöde</a:t>
            </a:r>
            <a:r>
              <a:rPr lang="en-GB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GB" sz="10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där</a:t>
            </a:r>
            <a:r>
              <a:rPr lang="en-GB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API </a:t>
            </a:r>
            <a:r>
              <a:rPr lang="en-GB" sz="10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skriver</a:t>
            </a:r>
            <a:r>
              <a:rPr lang="en-GB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direct till database </a:t>
            </a:r>
            <a:r>
              <a:rPr lang="en-GB" sz="10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utan</a:t>
            </a:r>
            <a:r>
              <a:rPr lang="en-GB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GB" sz="10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mellansteg</a:t>
            </a:r>
            <a:endParaRPr lang="en-SE" sz="1000" dirty="0">
              <a:solidFill>
                <a:schemeClr val="tx1">
                  <a:lumMod val="50000"/>
                  <a:lumOff val="50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95034BC3-E28A-4062-15C6-214C5E83B03A}"/>
              </a:ext>
            </a:extLst>
          </p:cNvPr>
          <p:cNvSpPr txBox="1"/>
          <p:nvPr/>
        </p:nvSpPr>
        <p:spPr>
          <a:xfrm>
            <a:off x="3476186" y="6089862"/>
            <a:ext cx="550879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GB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Detta </a:t>
            </a:r>
            <a:r>
              <a:rPr lang="en-GB" sz="10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är</a:t>
            </a:r>
            <a:r>
              <a:rPr lang="en-GB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GB" sz="10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ett</a:t>
            </a:r>
            <a:r>
              <a:rPr lang="en-GB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event-</a:t>
            </a:r>
            <a:r>
              <a:rPr lang="en-GB" sz="10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flöde</a:t>
            </a:r>
            <a:r>
              <a:rPr lang="en-GB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GB" sz="10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där</a:t>
            </a:r>
            <a:r>
              <a:rPr lang="en-GB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Outbox och Service Bus </a:t>
            </a:r>
            <a:r>
              <a:rPr lang="en-GB" sz="10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hanterer</a:t>
            </a:r>
            <a:r>
              <a:rPr lang="en-GB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GB" sz="10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bearbetningen</a:t>
            </a:r>
            <a:r>
              <a:rPr lang="en-GB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GB" sz="10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asynkront</a:t>
            </a:r>
            <a:endParaRPr lang="en-SE" sz="1000" dirty="0">
              <a:solidFill>
                <a:schemeClr val="tx1">
                  <a:lumMod val="50000"/>
                  <a:lumOff val="50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6BD5B147-3725-4D3E-8312-C8A886579F4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501205" y="3606815"/>
            <a:ext cx="6350326" cy="539778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A3A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defRPr>
                <a:solidFill>
                  <a:srgbClr val="4EC9B0"/>
                </a:solidFill>
              </a:defRPr>
            </a:pPr>
            <a:r>
              <a:rPr sz="4000" dirty="0" err="1">
                <a:latin typeface="Segoe UI" panose="020B0502040204020203" pitchFamily="34" charset="0"/>
                <a:cs typeface="Segoe UI" panose="020B0502040204020203" pitchFamily="34" charset="0"/>
              </a:rPr>
              <a:t>Arbetsmetodik</a:t>
            </a:r>
            <a:endParaRPr sz="40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BDA630F4-1827-30B0-C0B6-783E6BE1D275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457200" y="1600200"/>
          <a:ext cx="8229600" cy="45259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A3A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defRPr>
                <a:solidFill>
                  <a:srgbClr val="4EC9B0"/>
                </a:solidFill>
              </a:defRPr>
            </a:pPr>
            <a:r>
              <a:rPr sz="4000" dirty="0" err="1">
                <a:latin typeface="Segoe UI" panose="020B0502040204020203" pitchFamily="34" charset="0"/>
                <a:cs typeface="Segoe UI" panose="020B0502040204020203" pitchFamily="34" charset="0"/>
              </a:rPr>
              <a:t>Projektstruktur</a:t>
            </a:r>
            <a:endParaRPr sz="40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sv-SE" dirty="0" err="1">
                <a:solidFill>
                  <a:srgbClr val="A0A0A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root</a:t>
            </a:r>
            <a:r>
              <a:rPr lang="sv-SE" dirty="0">
                <a:solidFill>
                  <a:srgbClr val="A0A0A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/</a:t>
            </a:r>
          </a:p>
          <a:p>
            <a:pPr marL="0" indent="0">
              <a:buNone/>
            </a:pPr>
            <a:r>
              <a:rPr lang="sv-SE" dirty="0">
                <a:solidFill>
                  <a:srgbClr val="A0A0A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├─ </a:t>
            </a:r>
            <a:r>
              <a:rPr lang="sv-SE" dirty="0" err="1">
                <a:solidFill>
                  <a:srgbClr val="A0A0A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docs</a:t>
            </a:r>
            <a:r>
              <a:rPr lang="sv-SE" dirty="0">
                <a:solidFill>
                  <a:srgbClr val="A0A0A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/</a:t>
            </a:r>
          </a:p>
          <a:p>
            <a:pPr marL="0" indent="0">
              <a:buNone/>
            </a:pPr>
            <a:r>
              <a:rPr lang="sv-SE" dirty="0">
                <a:solidFill>
                  <a:srgbClr val="A0A0A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├─ </a:t>
            </a:r>
            <a:r>
              <a:rPr lang="sv-SE" dirty="0" err="1">
                <a:solidFill>
                  <a:srgbClr val="A0A0A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src</a:t>
            </a:r>
            <a:r>
              <a:rPr lang="sv-SE" dirty="0">
                <a:solidFill>
                  <a:srgbClr val="A0A0A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/</a:t>
            </a:r>
          </a:p>
          <a:p>
            <a:pPr marL="0" indent="0">
              <a:buNone/>
            </a:pPr>
            <a:r>
              <a:rPr lang="sv-SE" dirty="0">
                <a:solidFill>
                  <a:srgbClr val="A0A0A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│  ├─ </a:t>
            </a:r>
            <a:r>
              <a:rPr lang="sv-SE" dirty="0" err="1">
                <a:solidFill>
                  <a:srgbClr val="A0A0A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functions</a:t>
            </a:r>
            <a:r>
              <a:rPr lang="sv-SE" dirty="0">
                <a:solidFill>
                  <a:srgbClr val="A0A0A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/        	# </a:t>
            </a:r>
            <a:r>
              <a:rPr lang="sv-SE" dirty="0" err="1">
                <a:solidFill>
                  <a:srgbClr val="A0A0A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Azure</a:t>
            </a:r>
            <a:r>
              <a:rPr lang="sv-SE" dirty="0">
                <a:solidFill>
                  <a:srgbClr val="A0A0A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sv-SE" dirty="0" err="1">
                <a:solidFill>
                  <a:srgbClr val="A0A0A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Functions</a:t>
            </a:r>
            <a:endParaRPr lang="sv-SE" dirty="0">
              <a:solidFill>
                <a:srgbClr val="A0A0A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0" indent="0">
              <a:buNone/>
            </a:pPr>
            <a:r>
              <a:rPr lang="sv-SE" dirty="0">
                <a:solidFill>
                  <a:srgbClr val="A0A0A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│  ├─ </a:t>
            </a:r>
            <a:r>
              <a:rPr lang="sv-SE" dirty="0" err="1">
                <a:solidFill>
                  <a:srgbClr val="A0A0A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shared</a:t>
            </a:r>
            <a:r>
              <a:rPr lang="sv-SE" dirty="0">
                <a:solidFill>
                  <a:srgbClr val="A0A0A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/           	# Delade kontrakt</a:t>
            </a:r>
          </a:p>
          <a:p>
            <a:pPr marL="0" indent="0">
              <a:buNone/>
            </a:pPr>
            <a:r>
              <a:rPr lang="sv-SE" dirty="0">
                <a:solidFill>
                  <a:srgbClr val="A0A0A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│  ├─ tests/               	# Tester</a:t>
            </a:r>
          </a:p>
          <a:p>
            <a:pPr marL="0" indent="0">
              <a:buNone/>
            </a:pPr>
            <a:r>
              <a:rPr lang="sv-SE" dirty="0">
                <a:solidFill>
                  <a:srgbClr val="A0A0A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│  └─ web/                	# </a:t>
            </a:r>
            <a:r>
              <a:rPr lang="sv-SE" dirty="0" err="1">
                <a:solidFill>
                  <a:srgbClr val="A0A0A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Blazor</a:t>
            </a:r>
            <a:r>
              <a:rPr lang="sv-SE" dirty="0">
                <a:solidFill>
                  <a:srgbClr val="A0A0A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Server (Web)</a:t>
            </a:r>
          </a:p>
          <a:p>
            <a:pPr marL="0" indent="0">
              <a:buNone/>
            </a:pPr>
            <a:r>
              <a:rPr lang="sv-SE" dirty="0">
                <a:solidFill>
                  <a:srgbClr val="A0A0A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├─ infra/                   	# Bicep-templates</a:t>
            </a:r>
          </a:p>
          <a:p>
            <a:pPr marL="0" indent="0">
              <a:buNone/>
            </a:pPr>
            <a:r>
              <a:rPr lang="sv-SE" dirty="0">
                <a:solidFill>
                  <a:srgbClr val="A0A0A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│  └─ </a:t>
            </a:r>
            <a:r>
              <a:rPr lang="sv-SE" dirty="0" err="1">
                <a:solidFill>
                  <a:srgbClr val="A0A0A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modules</a:t>
            </a:r>
            <a:r>
              <a:rPr lang="sv-SE" dirty="0">
                <a:solidFill>
                  <a:srgbClr val="A0A0A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/        	# Återanvändbara moduler</a:t>
            </a:r>
          </a:p>
          <a:p>
            <a:pPr marL="0" indent="0">
              <a:buNone/>
            </a:pPr>
            <a:r>
              <a:rPr lang="sv-SE" dirty="0">
                <a:solidFill>
                  <a:srgbClr val="A0A0A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└─ .</a:t>
            </a:r>
            <a:r>
              <a:rPr lang="sv-SE" dirty="0" err="1">
                <a:solidFill>
                  <a:srgbClr val="A0A0A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github</a:t>
            </a:r>
            <a:r>
              <a:rPr lang="sv-SE" dirty="0">
                <a:solidFill>
                  <a:srgbClr val="A0A0A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/</a:t>
            </a:r>
            <a:r>
              <a:rPr lang="sv-SE" dirty="0" err="1">
                <a:solidFill>
                  <a:srgbClr val="A0A0A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workflows</a:t>
            </a:r>
            <a:r>
              <a:rPr lang="sv-SE" dirty="0">
                <a:solidFill>
                  <a:srgbClr val="A0A0A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/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A3A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defRPr>
                <a:solidFill>
                  <a:srgbClr val="4EC9B0"/>
                </a:solidFill>
              </a:defRPr>
            </a:pPr>
            <a:r>
              <a:rPr sz="4000" dirty="0" err="1">
                <a:latin typeface="Segoe UI" panose="020B0502040204020203" pitchFamily="34" charset="0"/>
                <a:cs typeface="Segoe UI" panose="020B0502040204020203" pitchFamily="34" charset="0"/>
              </a:rPr>
              <a:t>Infrastruktur</a:t>
            </a:r>
            <a:r>
              <a:rPr sz="4000" dirty="0">
                <a:latin typeface="Segoe UI" panose="020B0502040204020203" pitchFamily="34" charset="0"/>
                <a:cs typeface="Segoe UI" panose="020B0502040204020203" pitchFamily="34" charset="0"/>
              </a:rPr>
              <a:t> &amp; Deployment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indent="0">
              <a:buNone/>
            </a:pPr>
            <a:r>
              <a:rPr lang="sv-SE" sz="1600" i="1" dirty="0" err="1">
                <a:solidFill>
                  <a:srgbClr val="A0A0A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Infrastructure</a:t>
            </a:r>
            <a:r>
              <a:rPr lang="sv-SE" sz="1600" i="1" dirty="0">
                <a:solidFill>
                  <a:srgbClr val="A0A0A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as </a:t>
            </a:r>
            <a:r>
              <a:rPr lang="sv-SE" sz="1600" i="1" dirty="0" err="1">
                <a:solidFill>
                  <a:srgbClr val="A0A0A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Code</a:t>
            </a:r>
            <a:r>
              <a:rPr lang="sv-SE" sz="1600" i="1" dirty="0">
                <a:solidFill>
                  <a:srgbClr val="A0A0A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: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sv-SE" sz="1600" dirty="0" err="1">
                <a:solidFill>
                  <a:srgbClr val="A0A0A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Bicep</a:t>
            </a:r>
            <a:endParaRPr lang="sv-SE" sz="1600" dirty="0">
              <a:solidFill>
                <a:srgbClr val="A0A0A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>
              <a:buFont typeface="Wingdings" panose="05000000000000000000" pitchFamily="2" charset="2"/>
              <a:buChar char="§"/>
            </a:pPr>
            <a:r>
              <a:rPr lang="sv-SE" sz="1600" dirty="0" err="1">
                <a:solidFill>
                  <a:srgbClr val="A0A0A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Modulär</a:t>
            </a:r>
            <a:r>
              <a:rPr lang="sv-SE" sz="1600" dirty="0">
                <a:solidFill>
                  <a:srgbClr val="A0A0A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struktur (en modul per </a:t>
            </a:r>
            <a:r>
              <a:rPr lang="sv-SE" sz="1600" dirty="0" err="1">
                <a:solidFill>
                  <a:srgbClr val="A0A0A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Azure</a:t>
            </a:r>
            <a:r>
              <a:rPr lang="sv-SE" sz="1600" dirty="0">
                <a:solidFill>
                  <a:srgbClr val="A0A0A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-tjänst)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sv-SE" sz="1600" dirty="0" err="1">
                <a:solidFill>
                  <a:srgbClr val="A0A0A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Resource</a:t>
            </a:r>
            <a:r>
              <a:rPr lang="sv-SE" sz="1600" dirty="0">
                <a:solidFill>
                  <a:srgbClr val="A0A0A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Groups (</a:t>
            </a:r>
            <a:r>
              <a:rPr lang="sv-SE" sz="1600" dirty="0" err="1">
                <a:solidFill>
                  <a:srgbClr val="A0A0A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dev</a:t>
            </a:r>
            <a:r>
              <a:rPr lang="sv-SE" sz="1600" dirty="0">
                <a:solidFill>
                  <a:srgbClr val="A0A0A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och </a:t>
            </a:r>
            <a:r>
              <a:rPr lang="sv-SE" sz="1600" dirty="0" err="1">
                <a:solidFill>
                  <a:srgbClr val="A0A0A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prod</a:t>
            </a:r>
            <a:r>
              <a:rPr lang="sv-SE" sz="1600" dirty="0">
                <a:solidFill>
                  <a:srgbClr val="A0A0A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)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sv-SE" sz="1600" dirty="0" err="1">
                <a:solidFill>
                  <a:srgbClr val="A0A0A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Managed</a:t>
            </a:r>
            <a:r>
              <a:rPr lang="sv-SE" sz="1600" dirty="0">
                <a:solidFill>
                  <a:srgbClr val="A0A0A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sv-SE" sz="1600" dirty="0" err="1">
                <a:solidFill>
                  <a:srgbClr val="A0A0A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Identity</a:t>
            </a:r>
            <a:r>
              <a:rPr lang="sv-SE" sz="1600" dirty="0">
                <a:solidFill>
                  <a:srgbClr val="A0A0A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- RBAC</a:t>
            </a:r>
          </a:p>
          <a:p>
            <a:pPr marL="0" indent="0">
              <a:buNone/>
            </a:pPr>
            <a:endParaRPr lang="sv-SE" sz="1600" dirty="0">
              <a:solidFill>
                <a:srgbClr val="A0A0A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0" indent="0">
              <a:buNone/>
            </a:pPr>
            <a:r>
              <a:rPr lang="sv-SE" sz="1600" i="1" dirty="0">
                <a:solidFill>
                  <a:srgbClr val="A0A0A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CI/CD Pipeline: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sv-SE" sz="1600" dirty="0" err="1">
                <a:solidFill>
                  <a:srgbClr val="A0A0A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GitHub</a:t>
            </a:r>
            <a:r>
              <a:rPr lang="sv-SE" sz="1600" dirty="0">
                <a:solidFill>
                  <a:srgbClr val="A0A0A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Actions / </a:t>
            </a:r>
            <a:r>
              <a:rPr lang="sv-SE" sz="1600" dirty="0" err="1">
                <a:solidFill>
                  <a:srgbClr val="A0A0A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Docker</a:t>
            </a:r>
            <a:r>
              <a:rPr lang="sv-SE" sz="1600" dirty="0">
                <a:solidFill>
                  <a:srgbClr val="A0A0A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/ </a:t>
            </a:r>
            <a:r>
              <a:rPr lang="sv-SE" sz="1600" dirty="0" err="1">
                <a:solidFill>
                  <a:srgbClr val="A0A0A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GitHub</a:t>
            </a:r>
            <a:r>
              <a:rPr lang="sv-SE" sz="1600" dirty="0">
                <a:solidFill>
                  <a:srgbClr val="A0A0A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Container </a:t>
            </a:r>
            <a:r>
              <a:rPr lang="sv-SE" sz="1600" dirty="0" err="1">
                <a:solidFill>
                  <a:srgbClr val="A0A0A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Registry</a:t>
            </a:r>
            <a:r>
              <a:rPr lang="sv-SE" sz="1600" dirty="0">
                <a:solidFill>
                  <a:srgbClr val="A0A0A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(GHCR)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sv-SE" sz="1600" dirty="0">
                <a:solidFill>
                  <a:srgbClr val="A0A0A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Multi-</a:t>
            </a:r>
            <a:r>
              <a:rPr lang="sv-SE" sz="1600" dirty="0" err="1">
                <a:solidFill>
                  <a:srgbClr val="A0A0A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stage</a:t>
            </a:r>
            <a:r>
              <a:rPr lang="sv-SE" sz="1600" dirty="0">
                <a:solidFill>
                  <a:srgbClr val="A0A0A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sv-SE" sz="1600" dirty="0" err="1">
                <a:solidFill>
                  <a:srgbClr val="A0A0A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builds</a:t>
            </a:r>
            <a:r>
              <a:rPr lang="sv-SE" sz="1600" dirty="0">
                <a:solidFill>
                  <a:srgbClr val="A0A0A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/ </a:t>
            </a:r>
            <a:r>
              <a:rPr lang="sv-SE" sz="1600" dirty="0" err="1">
                <a:solidFill>
                  <a:srgbClr val="A0A0A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Separated</a:t>
            </a:r>
            <a:r>
              <a:rPr lang="sv-SE" sz="1600" dirty="0">
                <a:solidFill>
                  <a:srgbClr val="A0A0A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CI/CD (CI bygger, CD </a:t>
            </a:r>
            <a:r>
              <a:rPr lang="sv-SE" sz="1600" dirty="0" err="1">
                <a:solidFill>
                  <a:srgbClr val="A0A0A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deployar</a:t>
            </a:r>
            <a:r>
              <a:rPr lang="sv-SE" sz="1600" dirty="0">
                <a:solidFill>
                  <a:srgbClr val="A0A0A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)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sv-SE" sz="1600" dirty="0">
                <a:solidFill>
                  <a:srgbClr val="A0A0A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Hybrid-autentisering (</a:t>
            </a:r>
            <a:r>
              <a:rPr lang="sv-SE" sz="1600" dirty="0" err="1">
                <a:solidFill>
                  <a:srgbClr val="A0A0A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GitHub</a:t>
            </a:r>
            <a:r>
              <a:rPr lang="sv-SE" sz="1600" dirty="0">
                <a:solidFill>
                  <a:srgbClr val="A0A0A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sv-SE" sz="1600" dirty="0" err="1">
                <a:solidFill>
                  <a:srgbClr val="A0A0A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Secrets</a:t>
            </a:r>
            <a:r>
              <a:rPr lang="sv-SE" sz="1600" dirty="0">
                <a:solidFill>
                  <a:srgbClr val="A0A0A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-&gt; </a:t>
            </a:r>
            <a:r>
              <a:rPr lang="sv-SE" sz="1600" dirty="0" err="1">
                <a:solidFill>
                  <a:srgbClr val="A0A0A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Azure</a:t>
            </a:r>
            <a:r>
              <a:rPr lang="sv-SE" sz="1600" dirty="0">
                <a:solidFill>
                  <a:srgbClr val="A0A0A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/ OIDC -&gt; </a:t>
            </a:r>
            <a:r>
              <a:rPr lang="sv-SE" sz="1600" dirty="0" err="1">
                <a:solidFill>
                  <a:srgbClr val="A0A0A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Azure</a:t>
            </a:r>
            <a:r>
              <a:rPr lang="sv-SE" sz="1600" dirty="0">
                <a:solidFill>
                  <a:srgbClr val="A0A0A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Tokens)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sv-SE" sz="1600" dirty="0">
                <a:solidFill>
                  <a:srgbClr val="A0A0A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Workflow triggers</a:t>
            </a:r>
          </a:p>
          <a:p>
            <a:pPr marL="0" indent="0">
              <a:buNone/>
            </a:pPr>
            <a:endParaRPr lang="sv-SE" sz="1600" dirty="0">
              <a:solidFill>
                <a:srgbClr val="A0A0A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0" indent="0">
              <a:buNone/>
            </a:pPr>
            <a:r>
              <a:rPr lang="sv-SE" sz="1600" i="1" dirty="0" err="1">
                <a:solidFill>
                  <a:srgbClr val="A0A0A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Deployment</a:t>
            </a:r>
            <a:r>
              <a:rPr lang="sv-SE" sz="1600" i="1" dirty="0">
                <a:solidFill>
                  <a:srgbClr val="A0A0A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: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sv-SE" sz="1600" dirty="0">
                <a:solidFill>
                  <a:srgbClr val="A0A0A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Web </a:t>
            </a:r>
            <a:r>
              <a:rPr lang="sv-SE" sz="1600" dirty="0" err="1">
                <a:solidFill>
                  <a:srgbClr val="A0A0A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App</a:t>
            </a:r>
            <a:r>
              <a:rPr lang="sv-SE" sz="1600" dirty="0">
                <a:solidFill>
                  <a:srgbClr val="A0A0A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: </a:t>
            </a:r>
            <a:r>
              <a:rPr lang="sv-SE" sz="1600" dirty="0" err="1">
                <a:solidFill>
                  <a:srgbClr val="A0A0A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Docker</a:t>
            </a:r>
            <a:r>
              <a:rPr lang="sv-SE" sz="1600" dirty="0">
                <a:solidFill>
                  <a:srgbClr val="A0A0A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-containrar via GHCR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sv-SE" sz="1600" dirty="0" err="1">
                <a:solidFill>
                  <a:srgbClr val="A0A0A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Function</a:t>
            </a:r>
            <a:r>
              <a:rPr lang="sv-SE" sz="1600" dirty="0">
                <a:solidFill>
                  <a:srgbClr val="A0A0A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sv-SE" sz="1600" dirty="0" err="1">
                <a:solidFill>
                  <a:srgbClr val="A0A0A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App</a:t>
            </a:r>
            <a:r>
              <a:rPr lang="sv-SE" sz="1600" dirty="0">
                <a:solidFill>
                  <a:srgbClr val="A0A0A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: </a:t>
            </a:r>
            <a:r>
              <a:rPr lang="sv-SE" sz="1600" dirty="0" err="1">
                <a:solidFill>
                  <a:srgbClr val="A0A0A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Zip-deploy</a:t>
            </a:r>
            <a:r>
              <a:rPr lang="sv-SE" sz="1600" dirty="0">
                <a:solidFill>
                  <a:srgbClr val="A0A0A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(snabbare för </a:t>
            </a:r>
            <a:r>
              <a:rPr lang="sv-SE" sz="1600" dirty="0" err="1">
                <a:solidFill>
                  <a:srgbClr val="A0A0A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Function</a:t>
            </a:r>
            <a:r>
              <a:rPr lang="sv-SE" sz="1600" dirty="0">
                <a:solidFill>
                  <a:srgbClr val="A0A0A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)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sv-SE" sz="1600" dirty="0" err="1">
                <a:solidFill>
                  <a:srgbClr val="A0A0A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Idempotent</a:t>
            </a:r>
            <a:r>
              <a:rPr lang="sv-SE" sz="1600" dirty="0">
                <a:solidFill>
                  <a:srgbClr val="A0A0A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sv-SE" sz="1600" dirty="0" err="1">
                <a:solidFill>
                  <a:srgbClr val="A0A0A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deployments</a:t>
            </a:r>
            <a:endParaRPr lang="sv-SE" sz="1600" dirty="0">
              <a:solidFill>
                <a:srgbClr val="A0A0A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A3A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defRPr>
                <a:solidFill>
                  <a:srgbClr val="4EC9B0"/>
                </a:solidFill>
              </a:defRPr>
            </a:pPr>
            <a:r>
              <a:rPr sz="4000" dirty="0">
                <a:latin typeface="Segoe UI" panose="020B0502040204020203" pitchFamily="34" charset="0"/>
                <a:cs typeface="Segoe UI" panose="020B0502040204020203" pitchFamily="34" charset="0"/>
              </a:rPr>
              <a:t>.NET Stack &amp; </a:t>
            </a:r>
            <a:r>
              <a:rPr sz="4000" dirty="0" err="1">
                <a:latin typeface="Segoe UI" panose="020B0502040204020203" pitchFamily="34" charset="0"/>
                <a:cs typeface="Segoe UI" panose="020B0502040204020203" pitchFamily="34" charset="0"/>
              </a:rPr>
              <a:t>Testning</a:t>
            </a:r>
            <a:endParaRPr sz="40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371600"/>
            <a:ext cx="8229600" cy="4947007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sv-SE" sz="1800" i="1" dirty="0">
                <a:solidFill>
                  <a:srgbClr val="A0A0A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.NET 8 Stack: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sv-SE" sz="1800" dirty="0">
                <a:solidFill>
                  <a:srgbClr val="A0A0A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.NET 8 + ASP.NET </a:t>
            </a:r>
            <a:r>
              <a:rPr lang="sv-SE" sz="1800" dirty="0" err="1">
                <a:solidFill>
                  <a:srgbClr val="A0A0A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Core</a:t>
            </a:r>
            <a:endParaRPr lang="sv-SE" sz="1800" dirty="0">
              <a:solidFill>
                <a:srgbClr val="A0A0A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>
              <a:buFont typeface="Wingdings" panose="05000000000000000000" pitchFamily="2" charset="2"/>
              <a:buChar char="§"/>
            </a:pPr>
            <a:r>
              <a:rPr lang="sv-SE" sz="1800" dirty="0" err="1">
                <a:solidFill>
                  <a:srgbClr val="A0A0A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Blazor</a:t>
            </a:r>
            <a:r>
              <a:rPr lang="sv-SE" sz="1800" dirty="0">
                <a:solidFill>
                  <a:srgbClr val="A0A0A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Server - UI-ramverk med </a:t>
            </a:r>
            <a:r>
              <a:rPr lang="sv-SE" sz="1800" dirty="0" err="1">
                <a:solidFill>
                  <a:srgbClr val="A0A0A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SignalR</a:t>
            </a:r>
            <a:endParaRPr lang="sv-SE" sz="1800" dirty="0">
              <a:solidFill>
                <a:srgbClr val="A0A0A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0" indent="0">
              <a:buNone/>
            </a:pPr>
            <a:endParaRPr lang="sv-SE" sz="1800" dirty="0">
              <a:solidFill>
                <a:srgbClr val="A0A0A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0" indent="0">
              <a:buNone/>
            </a:pPr>
            <a:r>
              <a:rPr lang="sv-SE" sz="1800" i="1" dirty="0">
                <a:solidFill>
                  <a:srgbClr val="A0A0A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Arkitektur och mönster: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sv-SE" sz="1800" dirty="0">
                <a:solidFill>
                  <a:srgbClr val="A0A0A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Controller-</a:t>
            </a:r>
            <a:r>
              <a:rPr lang="sv-SE" sz="1800" dirty="0" err="1">
                <a:solidFill>
                  <a:srgbClr val="A0A0A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based</a:t>
            </a:r>
            <a:r>
              <a:rPr lang="sv-SE" sz="1800" dirty="0">
                <a:solidFill>
                  <a:srgbClr val="A0A0A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JSON-API – ”</a:t>
            </a:r>
            <a:r>
              <a:rPr lang="sv-SE" sz="1800" dirty="0" err="1">
                <a:solidFill>
                  <a:srgbClr val="A0A0A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RESTful</a:t>
            </a:r>
            <a:r>
              <a:rPr lang="sv-SE" sz="1800" dirty="0">
                <a:solidFill>
                  <a:srgbClr val="A0A0A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” </a:t>
            </a:r>
            <a:r>
              <a:rPr lang="sv-SE" sz="1800" dirty="0" err="1">
                <a:solidFill>
                  <a:srgbClr val="A0A0A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endpoints</a:t>
            </a:r>
            <a:endParaRPr lang="sv-SE" sz="1800" dirty="0">
              <a:solidFill>
                <a:srgbClr val="A0A0A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>
              <a:buFont typeface="Wingdings" panose="05000000000000000000" pitchFamily="2" charset="2"/>
              <a:buChar char="§"/>
            </a:pPr>
            <a:r>
              <a:rPr lang="sv-SE" sz="1800" dirty="0" err="1">
                <a:solidFill>
                  <a:srgbClr val="A0A0A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Patterns</a:t>
            </a:r>
            <a:r>
              <a:rPr lang="sv-SE" sz="1800" dirty="0">
                <a:solidFill>
                  <a:srgbClr val="A0A0A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, </a:t>
            </a:r>
            <a:r>
              <a:rPr lang="sv-SE" sz="1800" dirty="0" err="1">
                <a:solidFill>
                  <a:srgbClr val="A0A0A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patterns</a:t>
            </a:r>
            <a:r>
              <a:rPr lang="sv-SE" sz="1800" dirty="0">
                <a:solidFill>
                  <a:srgbClr val="A0A0A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, </a:t>
            </a:r>
            <a:r>
              <a:rPr lang="sv-SE" sz="1800" dirty="0" err="1">
                <a:solidFill>
                  <a:srgbClr val="A0A0A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patterns</a:t>
            </a:r>
            <a:r>
              <a:rPr lang="sv-SE" sz="1800" dirty="0">
                <a:solidFill>
                  <a:srgbClr val="A0A0A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!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sv-SE" sz="1800" dirty="0" err="1">
                <a:solidFill>
                  <a:srgbClr val="A0A0A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Modulariserad</a:t>
            </a:r>
            <a:r>
              <a:rPr lang="sv-SE" sz="1800" dirty="0">
                <a:solidFill>
                  <a:srgbClr val="A0A0A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: </a:t>
            </a:r>
            <a:r>
              <a:rPr lang="sv-SE" sz="1800" dirty="0" err="1">
                <a:solidFill>
                  <a:srgbClr val="A0A0A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Error</a:t>
            </a:r>
            <a:r>
              <a:rPr lang="sv-SE" sz="1800" dirty="0">
                <a:solidFill>
                  <a:srgbClr val="A0A0A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Handling </a:t>
            </a:r>
            <a:r>
              <a:rPr lang="sv-SE" sz="1800" dirty="0" err="1">
                <a:solidFill>
                  <a:srgbClr val="A0A0A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Helpers</a:t>
            </a:r>
            <a:endParaRPr lang="sv-SE" sz="1800" dirty="0">
              <a:solidFill>
                <a:srgbClr val="A0A0A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lvl="1">
              <a:buFont typeface="Wingdings" panose="05000000000000000000" pitchFamily="2" charset="2"/>
              <a:buChar char="§"/>
            </a:pPr>
            <a:r>
              <a:rPr lang="sv-SE" sz="1800" dirty="0">
                <a:solidFill>
                  <a:srgbClr val="A0A0A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`</a:t>
            </a:r>
            <a:r>
              <a:rPr lang="sv-SE" sz="1800" dirty="0" err="1">
                <a:solidFill>
                  <a:srgbClr val="A0A0A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ErrorHandlerHelper</a:t>
            </a:r>
            <a:r>
              <a:rPr lang="sv-SE" sz="1800" dirty="0">
                <a:solidFill>
                  <a:srgbClr val="A0A0A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` - API-controllers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sv-SE" sz="1800" dirty="0">
                <a:solidFill>
                  <a:srgbClr val="A0A0A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`</a:t>
            </a:r>
            <a:r>
              <a:rPr lang="sv-SE" sz="1800" dirty="0" err="1">
                <a:solidFill>
                  <a:srgbClr val="A0A0A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HttpErrorHelper</a:t>
            </a:r>
            <a:r>
              <a:rPr lang="sv-SE" sz="1800" dirty="0">
                <a:solidFill>
                  <a:srgbClr val="A0A0A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` - </a:t>
            </a:r>
            <a:r>
              <a:rPr lang="sv-SE" sz="1800" dirty="0" err="1">
                <a:solidFill>
                  <a:srgbClr val="A0A0A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Razor</a:t>
            </a:r>
            <a:r>
              <a:rPr lang="sv-SE" sz="1800" dirty="0">
                <a:solidFill>
                  <a:srgbClr val="A0A0A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pages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sv-SE" sz="1800" dirty="0">
                <a:solidFill>
                  <a:srgbClr val="A0A0A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Navigation </a:t>
            </a:r>
            <a:r>
              <a:rPr lang="sv-SE" sz="1800" dirty="0" err="1">
                <a:solidFill>
                  <a:srgbClr val="A0A0A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Helper</a:t>
            </a:r>
            <a:r>
              <a:rPr lang="sv-SE" sz="1800" dirty="0">
                <a:solidFill>
                  <a:srgbClr val="A0A0A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- Rollbaserad navigering</a:t>
            </a:r>
          </a:p>
          <a:p>
            <a:pPr marL="457200" lvl="1" indent="0">
              <a:buNone/>
            </a:pPr>
            <a:endParaRPr lang="sv-SE" sz="1800" dirty="0">
              <a:solidFill>
                <a:srgbClr val="A0A0A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0" indent="0">
              <a:buNone/>
            </a:pPr>
            <a:r>
              <a:rPr lang="sv-SE" sz="1800" i="1" dirty="0">
                <a:solidFill>
                  <a:srgbClr val="A0A0A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Testning: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sv-SE" sz="1800" dirty="0" err="1">
                <a:solidFill>
                  <a:srgbClr val="A0A0A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xUnit</a:t>
            </a:r>
            <a:r>
              <a:rPr lang="sv-SE" sz="1800" dirty="0">
                <a:solidFill>
                  <a:srgbClr val="A0A0A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– Testramverk för </a:t>
            </a:r>
            <a:r>
              <a:rPr lang="sv-SE" sz="1800" dirty="0" err="1">
                <a:solidFill>
                  <a:srgbClr val="A0A0A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unittester</a:t>
            </a:r>
            <a:endParaRPr lang="sv-SE" sz="1800" dirty="0">
              <a:solidFill>
                <a:srgbClr val="A0A0A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>
              <a:buFont typeface="Wingdings" panose="05000000000000000000" pitchFamily="2" charset="2"/>
              <a:buChar char="§"/>
            </a:pPr>
            <a:r>
              <a:rPr lang="sv-SE" sz="1800" dirty="0" err="1">
                <a:solidFill>
                  <a:srgbClr val="A0A0A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NSubstitute</a:t>
            </a:r>
            <a:r>
              <a:rPr lang="sv-SE" sz="1800" dirty="0">
                <a:solidFill>
                  <a:srgbClr val="A0A0A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- </a:t>
            </a:r>
            <a:r>
              <a:rPr lang="sv-SE" sz="1800" dirty="0" err="1">
                <a:solidFill>
                  <a:srgbClr val="A0A0A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Mocking</a:t>
            </a:r>
            <a:r>
              <a:rPr lang="sv-SE" sz="1800" dirty="0">
                <a:solidFill>
                  <a:srgbClr val="A0A0A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-bibliotek för integrationstestning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A3A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defRPr>
                <a:solidFill>
                  <a:srgbClr val="4EC9B0"/>
                </a:solidFill>
              </a:defRPr>
            </a:pPr>
            <a:r>
              <a:rPr sz="4000" dirty="0">
                <a:latin typeface="Segoe UI" panose="020B0502040204020203" pitchFamily="34" charset="0"/>
                <a:cs typeface="Segoe UI" panose="020B0502040204020203" pitchFamily="34" charset="0"/>
              </a:rPr>
              <a:t>Azure &amp; Cosmos DB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sv-SE" i="1" dirty="0" err="1">
                <a:solidFill>
                  <a:srgbClr val="A0A0A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Azure</a:t>
            </a:r>
            <a:r>
              <a:rPr lang="sv-SE" i="1" dirty="0">
                <a:solidFill>
                  <a:srgbClr val="A0A0A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-tjänster: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sv-SE" dirty="0" err="1">
                <a:solidFill>
                  <a:srgbClr val="A0A0A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App</a:t>
            </a:r>
            <a:r>
              <a:rPr lang="sv-SE" dirty="0">
                <a:solidFill>
                  <a:srgbClr val="A0A0A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Service (Basic B1)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sv-SE" dirty="0">
                <a:solidFill>
                  <a:srgbClr val="A0A0A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Service Bus (Basic)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sv-SE" dirty="0" err="1">
                <a:solidFill>
                  <a:srgbClr val="A0A0A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Azure</a:t>
            </a:r>
            <a:r>
              <a:rPr lang="sv-SE" dirty="0">
                <a:solidFill>
                  <a:srgbClr val="A0A0A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sv-SE" dirty="0" err="1">
                <a:solidFill>
                  <a:srgbClr val="A0A0A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Functions</a:t>
            </a:r>
            <a:r>
              <a:rPr lang="sv-SE" dirty="0">
                <a:solidFill>
                  <a:srgbClr val="A0A0A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(Basic B1)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sv-SE" dirty="0" err="1">
                <a:solidFill>
                  <a:srgbClr val="A0A0A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Application</a:t>
            </a:r>
            <a:r>
              <a:rPr lang="sv-SE" dirty="0">
                <a:solidFill>
                  <a:srgbClr val="A0A0A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sv-SE" dirty="0" err="1">
                <a:solidFill>
                  <a:srgbClr val="A0A0A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Insights</a:t>
            </a:r>
            <a:endParaRPr lang="sv-SE" dirty="0">
              <a:solidFill>
                <a:srgbClr val="A0A0A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>
              <a:buFont typeface="Wingdings" panose="05000000000000000000" pitchFamily="2" charset="2"/>
              <a:buChar char="§"/>
            </a:pPr>
            <a:r>
              <a:rPr lang="sv-SE" dirty="0" err="1">
                <a:solidFill>
                  <a:srgbClr val="A0A0A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App</a:t>
            </a:r>
            <a:r>
              <a:rPr lang="sv-SE" dirty="0">
                <a:solidFill>
                  <a:srgbClr val="A0A0A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sv-SE" dirty="0" err="1">
                <a:solidFill>
                  <a:srgbClr val="A0A0A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Configuration</a:t>
            </a:r>
            <a:r>
              <a:rPr lang="sv-SE" dirty="0">
                <a:solidFill>
                  <a:srgbClr val="A0A0A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(</a:t>
            </a:r>
            <a:r>
              <a:rPr lang="sv-SE" dirty="0" err="1">
                <a:solidFill>
                  <a:srgbClr val="A0A0A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Free</a:t>
            </a:r>
            <a:r>
              <a:rPr lang="sv-SE" dirty="0">
                <a:solidFill>
                  <a:srgbClr val="A0A0A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/Standard)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sv-SE" dirty="0" err="1">
                <a:solidFill>
                  <a:srgbClr val="A0A0A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Key</a:t>
            </a:r>
            <a:r>
              <a:rPr lang="sv-SE" dirty="0">
                <a:solidFill>
                  <a:srgbClr val="A0A0A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sv-SE" dirty="0" err="1">
                <a:solidFill>
                  <a:srgbClr val="A0A0A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Vault</a:t>
            </a:r>
            <a:r>
              <a:rPr lang="sv-SE" dirty="0">
                <a:solidFill>
                  <a:srgbClr val="A0A0A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(Standard)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sv-SE" dirty="0" err="1">
                <a:solidFill>
                  <a:srgbClr val="A0A0A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Storage</a:t>
            </a:r>
            <a:r>
              <a:rPr lang="sv-SE" dirty="0">
                <a:solidFill>
                  <a:srgbClr val="A0A0A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sv-SE" dirty="0" err="1">
                <a:solidFill>
                  <a:srgbClr val="A0A0A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Account</a:t>
            </a:r>
            <a:r>
              <a:rPr lang="sv-SE" dirty="0">
                <a:solidFill>
                  <a:srgbClr val="A0A0A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(Standard LRS)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sv-SE" dirty="0">
                <a:solidFill>
                  <a:srgbClr val="A0A0A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Cosmos DB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sv-SE" dirty="0">
                <a:solidFill>
                  <a:srgbClr val="A0A0A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Serverless-läge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sv-SE" dirty="0">
                <a:solidFill>
                  <a:srgbClr val="A0A0A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Containers: </a:t>
            </a:r>
            <a:r>
              <a:rPr lang="sv-SE" dirty="0" err="1">
                <a:solidFill>
                  <a:srgbClr val="A0A0A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bookings</a:t>
            </a:r>
            <a:r>
              <a:rPr lang="sv-SE" dirty="0">
                <a:solidFill>
                  <a:srgbClr val="A0A0A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, </a:t>
            </a:r>
            <a:r>
              <a:rPr lang="sv-SE" dirty="0" err="1">
                <a:solidFill>
                  <a:srgbClr val="A0A0A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users</a:t>
            </a:r>
            <a:r>
              <a:rPr lang="sv-SE" dirty="0">
                <a:solidFill>
                  <a:srgbClr val="A0A0A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, </a:t>
            </a:r>
            <a:r>
              <a:rPr lang="sv-SE" dirty="0" err="1">
                <a:solidFill>
                  <a:srgbClr val="A0A0A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outbox</a:t>
            </a:r>
            <a:endParaRPr lang="sv-SE" dirty="0">
              <a:solidFill>
                <a:srgbClr val="A0A0A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A3A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defRPr>
                <a:solidFill>
                  <a:srgbClr val="4EC9B0"/>
                </a:solidFill>
              </a:defRPr>
            </a:pPr>
            <a:r>
              <a:rPr sz="4000" dirty="0">
                <a:latin typeface="Segoe UI" panose="020B0502040204020203" pitchFamily="34" charset="0"/>
                <a:cs typeface="Segoe UI" panose="020B0502040204020203" pitchFamily="34" charset="0"/>
              </a:rPr>
              <a:t>Pattern</a:t>
            </a:r>
            <a:r>
              <a:rPr lang="en-GB" sz="4000" dirty="0">
                <a:latin typeface="Segoe UI" panose="020B0502040204020203" pitchFamily="34" charset="0"/>
                <a:cs typeface="Segoe UI" panose="020B0502040204020203" pitchFamily="34" charset="0"/>
              </a:rPr>
              <a:t>s and design choices</a:t>
            </a:r>
            <a:endParaRPr sz="40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1C5F7F83-AA43-E7ED-E13A-67CD9DBA42C5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457200" y="1600200"/>
          <a:ext cx="8229600" cy="45259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A3A3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8CA67B4-C2F7-8079-6A75-4674FB1C66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520967-0A0B-8A2E-F4CB-054F4125F8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defRPr>
                <a:solidFill>
                  <a:srgbClr val="4EC9B0"/>
                </a:solidFill>
              </a:defRPr>
            </a:pPr>
            <a:r>
              <a:rPr lang="en-GB" sz="4000" dirty="0" err="1">
                <a:latin typeface="Segoe UI" panose="020B0502040204020203" pitchFamily="34" charset="0"/>
                <a:cs typeface="Segoe UI" panose="020B0502040204020203" pitchFamily="34" charset="0"/>
              </a:rPr>
              <a:t>Säkerhet</a:t>
            </a:r>
            <a:endParaRPr sz="40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B6A8F11C-560D-FFCA-385F-7F3C994B589D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457200" y="1600200"/>
          <a:ext cx="8229600" cy="45259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79748273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A3A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defRPr>
                <a:solidFill>
                  <a:srgbClr val="4EC9B0"/>
                </a:solidFill>
              </a:defRPr>
            </a:pPr>
            <a:r>
              <a:rPr sz="4000" dirty="0">
                <a:latin typeface="Segoe UI" panose="020B0502040204020203" pitchFamily="34" charset="0"/>
                <a:cs typeface="Segoe UI" panose="020B0502040204020203" pitchFamily="34" charset="0"/>
              </a:rPr>
              <a:t>Demo-</a:t>
            </a:r>
            <a:r>
              <a:rPr sz="4000" dirty="0" err="1">
                <a:latin typeface="Segoe UI" panose="020B0502040204020203" pitchFamily="34" charset="0"/>
                <a:cs typeface="Segoe UI" panose="020B0502040204020203" pitchFamily="34" charset="0"/>
              </a:rPr>
              <a:t>översikt</a:t>
            </a:r>
            <a:endParaRPr sz="40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indent="0">
              <a:buNone/>
            </a:pPr>
            <a:r>
              <a:rPr lang="sv-SE" sz="2000" i="1" dirty="0">
                <a:solidFill>
                  <a:srgbClr val="A0A0A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Övergripande funktionalitet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sv-SE" sz="2000" dirty="0">
                <a:solidFill>
                  <a:srgbClr val="A0A0A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Bokningsflöde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sv-SE" sz="2000" dirty="0" err="1">
                <a:solidFill>
                  <a:srgbClr val="A0A0A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Admin-dashboard</a:t>
            </a:r>
            <a:endParaRPr lang="sv-SE" sz="2000" dirty="0">
              <a:solidFill>
                <a:srgbClr val="A0A0A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0" indent="0">
              <a:buNone/>
            </a:pPr>
            <a:endParaRPr lang="sv-SE" sz="2000" dirty="0">
              <a:solidFill>
                <a:srgbClr val="A0A0A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0" indent="0">
              <a:buNone/>
            </a:pPr>
            <a:r>
              <a:rPr lang="sv-SE" sz="2000" i="1" dirty="0">
                <a:solidFill>
                  <a:srgbClr val="A0A0A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”The Big Red </a:t>
            </a:r>
            <a:r>
              <a:rPr lang="sv-SE" sz="2000" i="1" dirty="0" err="1">
                <a:solidFill>
                  <a:srgbClr val="A0A0A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Button</a:t>
            </a:r>
            <a:r>
              <a:rPr lang="sv-SE" sz="2000" i="1" dirty="0">
                <a:solidFill>
                  <a:srgbClr val="A0A0A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”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sv-SE" sz="2000" dirty="0" err="1">
                <a:solidFill>
                  <a:srgbClr val="A0A0A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Toggle</a:t>
            </a:r>
            <a:r>
              <a:rPr lang="sv-SE" sz="2000" dirty="0">
                <a:solidFill>
                  <a:srgbClr val="A0A0A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-knappen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sv-SE" sz="2000" dirty="0">
                <a:solidFill>
                  <a:srgbClr val="A0A0A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Vad ska hända?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sv-SE" sz="2000" dirty="0">
                <a:solidFill>
                  <a:srgbClr val="A0A0A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Aktiverar eventdrivet system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sv-SE" sz="2000" dirty="0" err="1">
                <a:solidFill>
                  <a:srgbClr val="A0A0A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Application</a:t>
            </a:r>
            <a:r>
              <a:rPr lang="sv-SE" sz="2000" dirty="0">
                <a:solidFill>
                  <a:srgbClr val="A0A0A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sv-SE" sz="2000" dirty="0" err="1">
                <a:solidFill>
                  <a:srgbClr val="A0A0A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Insights</a:t>
            </a:r>
            <a:r>
              <a:rPr lang="sv-SE" sz="2000" dirty="0">
                <a:solidFill>
                  <a:srgbClr val="A0A0A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: visualisering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sv-SE" sz="2000" dirty="0">
                <a:solidFill>
                  <a:srgbClr val="A0A0A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Växla tillbaka till synkront system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sv-SE" sz="2000" dirty="0">
                <a:solidFill>
                  <a:srgbClr val="A0A0A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Notera skillnaden i </a:t>
            </a:r>
            <a:r>
              <a:rPr lang="sv-SE" sz="2000" dirty="0" err="1">
                <a:solidFill>
                  <a:srgbClr val="A0A0A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Insights</a:t>
            </a:r>
            <a:endParaRPr lang="sv-SE" sz="2000" dirty="0">
              <a:solidFill>
                <a:srgbClr val="A0A0A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9" name="Explosion: 14 Points 8">
            <a:extLst>
              <a:ext uri="{FF2B5EF4-FFF2-40B4-BE49-F238E27FC236}">
                <a16:creationId xmlns:a16="http://schemas.microsoft.com/office/drawing/2014/main" id="{563A9F1C-E75B-0D53-039F-AFB22551BE86}"/>
              </a:ext>
            </a:extLst>
          </p:cNvPr>
          <p:cNvSpPr/>
          <p:nvPr/>
        </p:nvSpPr>
        <p:spPr>
          <a:xfrm>
            <a:off x="4988312" y="1721920"/>
            <a:ext cx="3836020" cy="3535880"/>
          </a:xfrm>
          <a:prstGeom prst="irregularSeal2">
            <a:avLst/>
          </a:prstGeom>
          <a:gradFill flip="none" rotWithShape="1">
            <a:gsLst>
              <a:gs pos="0">
                <a:srgbClr val="3A3A3A"/>
              </a:gs>
              <a:gs pos="48000">
                <a:schemeClr val="accent3">
                  <a:lumMod val="97000"/>
                  <a:lumOff val="3000"/>
                </a:schemeClr>
              </a:gs>
              <a:gs pos="100000">
                <a:schemeClr val="accent3">
                  <a:lumMod val="60000"/>
                  <a:lumOff val="40000"/>
                </a:schemeClr>
              </a:gs>
            </a:gsLst>
            <a:lin ang="16200000" scaled="1"/>
            <a:tileRect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000" b="1" i="1" dirty="0">
                <a:solidFill>
                  <a:srgbClr val="3A3A3A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Demo-</a:t>
            </a:r>
            <a:r>
              <a:rPr lang="en-GB" sz="2000" b="1" i="1" dirty="0" err="1">
                <a:solidFill>
                  <a:srgbClr val="3A3A3A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dags</a:t>
            </a:r>
            <a:r>
              <a:rPr lang="en-GB" sz="2000" b="1" i="1" dirty="0">
                <a:solidFill>
                  <a:srgbClr val="3A3A3A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!</a:t>
            </a:r>
            <a:endParaRPr lang="en-SE" sz="2000" b="1" i="1" dirty="0">
              <a:solidFill>
                <a:srgbClr val="3A3A3A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A3A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defRPr>
                <a:solidFill>
                  <a:srgbClr val="4EC9B0"/>
                </a:solidFill>
              </a:defRPr>
            </a:pPr>
            <a:r>
              <a:rPr sz="4000" dirty="0" err="1">
                <a:latin typeface="Segoe UI" panose="020B0502040204020203" pitchFamily="34" charset="0"/>
                <a:cs typeface="Segoe UI" panose="020B0502040204020203" pitchFamily="34" charset="0"/>
              </a:rPr>
              <a:t>Lärdomar</a:t>
            </a:r>
            <a:r>
              <a:rPr lang="en-GB" sz="4000" dirty="0">
                <a:latin typeface="Segoe UI" panose="020B0502040204020203" pitchFamily="34" charset="0"/>
                <a:cs typeface="Segoe UI" panose="020B0502040204020203" pitchFamily="34" charset="0"/>
              </a:rPr>
              <a:t> och </a:t>
            </a:r>
            <a:r>
              <a:rPr lang="en-GB" sz="4000" dirty="0" err="1">
                <a:latin typeface="Segoe UI" panose="020B0502040204020203" pitchFamily="34" charset="0"/>
                <a:cs typeface="Segoe UI" panose="020B0502040204020203" pitchFamily="34" charset="0"/>
              </a:rPr>
              <a:t>vägen</a:t>
            </a:r>
            <a:r>
              <a:rPr lang="en-GB" sz="40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GB" sz="4000" dirty="0" err="1">
                <a:latin typeface="Segoe UI" panose="020B0502040204020203" pitchFamily="34" charset="0"/>
                <a:cs typeface="Segoe UI" panose="020B0502040204020203" pitchFamily="34" charset="0"/>
              </a:rPr>
              <a:t>framåt</a:t>
            </a:r>
            <a:endParaRPr sz="40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sv-SE" i="1" dirty="0">
                <a:solidFill>
                  <a:srgbClr val="A0A0A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Lärdomar?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sv-SE" dirty="0" err="1">
                <a:solidFill>
                  <a:srgbClr val="A0A0A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Deploy</a:t>
            </a:r>
            <a:r>
              <a:rPr lang="sv-SE" dirty="0">
                <a:solidFill>
                  <a:srgbClr val="A0A0A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-problem med </a:t>
            </a:r>
            <a:r>
              <a:rPr lang="sv-SE" dirty="0" err="1">
                <a:solidFill>
                  <a:srgbClr val="A0A0A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Oryx</a:t>
            </a:r>
            <a:r>
              <a:rPr lang="sv-SE" dirty="0">
                <a:solidFill>
                  <a:srgbClr val="A0A0A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– </a:t>
            </a:r>
            <a:r>
              <a:rPr lang="sv-SE" dirty="0" err="1">
                <a:solidFill>
                  <a:srgbClr val="A0A0A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containerisering</a:t>
            </a:r>
            <a:r>
              <a:rPr lang="sv-SE" dirty="0">
                <a:solidFill>
                  <a:srgbClr val="A0A0A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hjälpte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sv-SE" dirty="0">
                <a:solidFill>
                  <a:srgbClr val="A0A0A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Sentinel </a:t>
            </a:r>
            <a:r>
              <a:rPr lang="sv-SE" dirty="0" err="1">
                <a:solidFill>
                  <a:srgbClr val="A0A0A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Key</a:t>
            </a:r>
            <a:r>
              <a:rPr lang="sv-SE" dirty="0">
                <a:solidFill>
                  <a:srgbClr val="A0A0A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möjliggjorde </a:t>
            </a:r>
            <a:r>
              <a:rPr lang="sv-SE" dirty="0" err="1">
                <a:solidFill>
                  <a:srgbClr val="A0A0A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runtime-switching</a:t>
            </a:r>
            <a:endParaRPr lang="sv-SE" dirty="0">
              <a:solidFill>
                <a:srgbClr val="A0A0A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>
              <a:buFont typeface="Wingdings" panose="05000000000000000000" pitchFamily="2" charset="2"/>
              <a:buChar char="§"/>
            </a:pPr>
            <a:r>
              <a:rPr lang="sv-SE" dirty="0" err="1">
                <a:solidFill>
                  <a:srgbClr val="A0A0A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Outbox</a:t>
            </a:r>
            <a:r>
              <a:rPr lang="sv-SE" dirty="0">
                <a:solidFill>
                  <a:srgbClr val="A0A0A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sv-SE" dirty="0" err="1">
                <a:solidFill>
                  <a:srgbClr val="A0A0A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Pattern</a:t>
            </a:r>
            <a:r>
              <a:rPr lang="sv-SE" dirty="0">
                <a:solidFill>
                  <a:srgbClr val="A0A0A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säkrar data – Dual-</a:t>
            </a:r>
            <a:r>
              <a:rPr lang="sv-SE" dirty="0" err="1">
                <a:solidFill>
                  <a:srgbClr val="A0A0A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write</a:t>
            </a:r>
            <a:r>
              <a:rPr lang="sv-SE" dirty="0">
                <a:solidFill>
                  <a:srgbClr val="A0A0A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-problem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sv-SE" dirty="0">
                <a:solidFill>
                  <a:srgbClr val="A0A0A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..fler exempel i den tekniska dokumentationen</a:t>
            </a:r>
            <a:br>
              <a:rPr lang="sv-SE" dirty="0">
                <a:solidFill>
                  <a:srgbClr val="A0A0A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</a:br>
            <a:endParaRPr lang="sv-SE" dirty="0">
              <a:solidFill>
                <a:srgbClr val="A0A0A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0" indent="0">
              <a:buNone/>
            </a:pPr>
            <a:r>
              <a:rPr lang="sv-SE" i="1" dirty="0">
                <a:solidFill>
                  <a:srgbClr val="A0A0A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Hur projektet kan utvecklas?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sv-SE" dirty="0">
                <a:solidFill>
                  <a:srgbClr val="A0A0A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API Management (APIM) - </a:t>
            </a:r>
            <a:r>
              <a:rPr lang="sv-SE" dirty="0" err="1">
                <a:solidFill>
                  <a:srgbClr val="A0A0A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Gateway</a:t>
            </a:r>
            <a:r>
              <a:rPr lang="sv-SE" dirty="0">
                <a:solidFill>
                  <a:srgbClr val="A0A0A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för publika </a:t>
            </a:r>
            <a:r>
              <a:rPr lang="sv-SE" dirty="0" err="1">
                <a:solidFill>
                  <a:srgbClr val="A0A0A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endpoints</a:t>
            </a:r>
            <a:endParaRPr lang="sv-SE" dirty="0">
              <a:solidFill>
                <a:srgbClr val="A0A0A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>
              <a:buFont typeface="Wingdings" panose="05000000000000000000" pitchFamily="2" charset="2"/>
              <a:buChar char="§"/>
            </a:pPr>
            <a:r>
              <a:rPr lang="sv-SE" dirty="0" err="1">
                <a:solidFill>
                  <a:srgbClr val="A0A0A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CosmosDB</a:t>
            </a:r>
            <a:r>
              <a:rPr lang="sv-SE" dirty="0">
                <a:solidFill>
                  <a:srgbClr val="A0A0A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Change </a:t>
            </a:r>
            <a:r>
              <a:rPr lang="sv-SE" dirty="0" err="1">
                <a:solidFill>
                  <a:srgbClr val="A0A0A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Feed</a:t>
            </a:r>
            <a:r>
              <a:rPr lang="sv-SE" dirty="0">
                <a:solidFill>
                  <a:srgbClr val="A0A0A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- Push-</a:t>
            </a:r>
            <a:r>
              <a:rPr lang="sv-SE" dirty="0" err="1">
                <a:solidFill>
                  <a:srgbClr val="A0A0A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based</a:t>
            </a:r>
            <a:r>
              <a:rPr lang="sv-SE" dirty="0">
                <a:solidFill>
                  <a:srgbClr val="A0A0A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(istället för </a:t>
            </a:r>
            <a:r>
              <a:rPr lang="sv-SE" dirty="0" err="1">
                <a:solidFill>
                  <a:srgbClr val="A0A0A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polling</a:t>
            </a:r>
            <a:r>
              <a:rPr lang="sv-SE" dirty="0">
                <a:solidFill>
                  <a:srgbClr val="A0A0A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) event-</a:t>
            </a:r>
            <a:r>
              <a:rPr lang="sv-SE" dirty="0" err="1">
                <a:solidFill>
                  <a:srgbClr val="A0A0A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processing</a:t>
            </a:r>
            <a:endParaRPr lang="sv-SE" dirty="0">
              <a:solidFill>
                <a:srgbClr val="A0A0A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>
              <a:buFont typeface="Wingdings" panose="05000000000000000000" pitchFamily="2" charset="2"/>
              <a:buChar char="§"/>
            </a:pPr>
            <a:r>
              <a:rPr lang="sv-SE" dirty="0">
                <a:solidFill>
                  <a:srgbClr val="A0A0A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Säkerhet: Rate-</a:t>
            </a:r>
            <a:r>
              <a:rPr lang="sv-SE" dirty="0" err="1">
                <a:solidFill>
                  <a:srgbClr val="A0A0A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limiting</a:t>
            </a:r>
            <a:r>
              <a:rPr lang="sv-SE" dirty="0">
                <a:solidFill>
                  <a:srgbClr val="A0A0A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, mer testning, full SSO (</a:t>
            </a:r>
            <a:r>
              <a:rPr lang="sv-SE" dirty="0" err="1">
                <a:solidFill>
                  <a:srgbClr val="A0A0A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Single</a:t>
            </a:r>
            <a:r>
              <a:rPr lang="sv-SE" dirty="0">
                <a:solidFill>
                  <a:srgbClr val="A0A0A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Sign-On)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sv-SE" dirty="0">
                <a:solidFill>
                  <a:srgbClr val="A0A0A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..fler finns i min </a:t>
            </a:r>
            <a:r>
              <a:rPr lang="sv-SE" dirty="0" err="1">
                <a:solidFill>
                  <a:srgbClr val="A0A0A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backlog</a:t>
            </a:r>
            <a:endParaRPr lang="sv-SE" dirty="0">
              <a:solidFill>
                <a:srgbClr val="A0A0A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A3A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defRPr>
                <a:solidFill>
                  <a:srgbClr val="4EC9B0"/>
                </a:solidFill>
              </a:defRPr>
            </a:pPr>
            <a:r>
              <a:rPr sz="4000" dirty="0" err="1">
                <a:latin typeface="Segoe UI" panose="020B0502040204020203" pitchFamily="34" charset="0"/>
                <a:cs typeface="Segoe UI" panose="020B0502040204020203" pitchFamily="34" charset="0"/>
              </a:rPr>
              <a:t>Sammanfattning</a:t>
            </a:r>
            <a:endParaRPr sz="40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sv-SE" dirty="0">
                <a:solidFill>
                  <a:srgbClr val="A0A0A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Dual-system co-</a:t>
            </a:r>
            <a:r>
              <a:rPr lang="sv-SE" dirty="0" err="1">
                <a:solidFill>
                  <a:srgbClr val="A0A0A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existence</a:t>
            </a:r>
            <a:r>
              <a:rPr lang="sv-SE" dirty="0">
                <a:solidFill>
                  <a:srgbClr val="A0A0A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med </a:t>
            </a:r>
            <a:r>
              <a:rPr lang="sv-SE" dirty="0" err="1">
                <a:solidFill>
                  <a:srgbClr val="A0A0A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runtime-switching</a:t>
            </a:r>
            <a:endParaRPr lang="sv-SE" dirty="0">
              <a:solidFill>
                <a:srgbClr val="A0A0A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>
              <a:buFont typeface="Wingdings" panose="05000000000000000000" pitchFamily="2" charset="2"/>
              <a:buChar char="§"/>
            </a:pPr>
            <a:r>
              <a:rPr lang="sv-SE" dirty="0">
                <a:solidFill>
                  <a:srgbClr val="A0A0A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Fullstack .NET-stack med </a:t>
            </a:r>
            <a:r>
              <a:rPr lang="sv-SE" dirty="0" err="1">
                <a:solidFill>
                  <a:srgbClr val="A0A0A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Azure</a:t>
            </a:r>
            <a:r>
              <a:rPr lang="sv-SE" dirty="0">
                <a:solidFill>
                  <a:srgbClr val="A0A0A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-tjänster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sv-SE" dirty="0">
                <a:solidFill>
                  <a:srgbClr val="A0A0A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Eventdriven arkitektur med </a:t>
            </a:r>
            <a:r>
              <a:rPr lang="sv-SE" dirty="0" err="1">
                <a:solidFill>
                  <a:srgbClr val="A0A0A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Outbox</a:t>
            </a:r>
            <a:r>
              <a:rPr lang="sv-SE" dirty="0">
                <a:solidFill>
                  <a:srgbClr val="A0A0A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sv-SE" dirty="0" err="1">
                <a:solidFill>
                  <a:srgbClr val="A0A0A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Pattern</a:t>
            </a:r>
            <a:endParaRPr lang="sv-SE" dirty="0">
              <a:solidFill>
                <a:srgbClr val="A0A0A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>
              <a:buFont typeface="Wingdings" panose="05000000000000000000" pitchFamily="2" charset="2"/>
              <a:buChar char="§"/>
            </a:pPr>
            <a:r>
              <a:rPr lang="sv-SE" dirty="0">
                <a:solidFill>
                  <a:srgbClr val="A0A0A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Hot-</a:t>
            </a:r>
            <a:r>
              <a:rPr lang="sv-SE" dirty="0" err="1">
                <a:solidFill>
                  <a:srgbClr val="A0A0A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reload</a:t>
            </a:r>
            <a:r>
              <a:rPr lang="sv-SE" dirty="0">
                <a:solidFill>
                  <a:srgbClr val="A0A0A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via Sentinel </a:t>
            </a:r>
            <a:r>
              <a:rPr lang="sv-SE" dirty="0" err="1">
                <a:solidFill>
                  <a:srgbClr val="A0A0A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Key</a:t>
            </a:r>
            <a:r>
              <a:rPr lang="sv-SE" dirty="0">
                <a:solidFill>
                  <a:srgbClr val="A0A0A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sv-SE" dirty="0" err="1">
                <a:solidFill>
                  <a:srgbClr val="A0A0A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Pattern</a:t>
            </a:r>
            <a:endParaRPr lang="sv-SE" dirty="0">
              <a:solidFill>
                <a:srgbClr val="A0A0A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>
              <a:buFont typeface="Wingdings" panose="05000000000000000000" pitchFamily="2" charset="2"/>
              <a:buChar char="§"/>
            </a:pPr>
            <a:r>
              <a:rPr lang="sv-SE" dirty="0">
                <a:solidFill>
                  <a:srgbClr val="A0A0A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CI/CD med </a:t>
            </a:r>
            <a:r>
              <a:rPr lang="sv-SE" dirty="0" err="1">
                <a:solidFill>
                  <a:srgbClr val="A0A0A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Bicep</a:t>
            </a:r>
            <a:r>
              <a:rPr lang="sv-SE" dirty="0">
                <a:solidFill>
                  <a:srgbClr val="A0A0A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, </a:t>
            </a:r>
            <a:r>
              <a:rPr lang="sv-SE" dirty="0" err="1">
                <a:solidFill>
                  <a:srgbClr val="A0A0A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Docker</a:t>
            </a:r>
            <a:r>
              <a:rPr lang="sv-SE" dirty="0">
                <a:solidFill>
                  <a:srgbClr val="A0A0A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och </a:t>
            </a:r>
            <a:r>
              <a:rPr lang="sv-SE" dirty="0" err="1">
                <a:solidFill>
                  <a:srgbClr val="A0A0A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GitHub</a:t>
            </a:r>
            <a:r>
              <a:rPr lang="sv-SE" dirty="0">
                <a:solidFill>
                  <a:srgbClr val="A0A0A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Actions</a:t>
            </a:r>
            <a:br>
              <a:rPr lang="sv-SE" dirty="0">
                <a:solidFill>
                  <a:srgbClr val="A0A0A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</a:br>
            <a:endParaRPr lang="sv-SE" dirty="0">
              <a:solidFill>
                <a:srgbClr val="A0A0A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0" indent="0">
              <a:buNone/>
            </a:pPr>
            <a:r>
              <a:rPr lang="sv-SE" i="1" dirty="0">
                <a:solidFill>
                  <a:srgbClr val="A0A0A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Repo och dokumentation: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sv-SE" dirty="0">
                <a:solidFill>
                  <a:srgbClr val="A0A0A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QR-kod till </a:t>
            </a:r>
            <a:r>
              <a:rPr lang="sv-SE" dirty="0" err="1">
                <a:solidFill>
                  <a:srgbClr val="A0A0A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repot</a:t>
            </a:r>
            <a:r>
              <a:rPr lang="sv-SE" dirty="0">
                <a:solidFill>
                  <a:srgbClr val="A0A0A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sv-SE" dirty="0">
                <a:solidFill>
                  <a:srgbClr val="A0A0A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ADR-dokumentation: `/</a:t>
            </a:r>
            <a:r>
              <a:rPr lang="sv-SE" dirty="0" err="1">
                <a:solidFill>
                  <a:srgbClr val="A0A0A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docs</a:t>
            </a:r>
            <a:r>
              <a:rPr lang="sv-SE" dirty="0">
                <a:solidFill>
                  <a:srgbClr val="A0A0A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/</a:t>
            </a:r>
            <a:r>
              <a:rPr lang="sv-SE" dirty="0" err="1">
                <a:solidFill>
                  <a:srgbClr val="A0A0A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adr</a:t>
            </a:r>
            <a:r>
              <a:rPr lang="sv-SE" dirty="0">
                <a:solidFill>
                  <a:srgbClr val="A0A0A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/`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sv-SE" dirty="0">
                <a:solidFill>
                  <a:srgbClr val="A0A0A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Journal: `/</a:t>
            </a:r>
            <a:r>
              <a:rPr lang="sv-SE" dirty="0" err="1">
                <a:solidFill>
                  <a:srgbClr val="A0A0A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docs</a:t>
            </a:r>
            <a:r>
              <a:rPr lang="sv-SE" dirty="0">
                <a:solidFill>
                  <a:srgbClr val="A0A0A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/journal/`</a:t>
            </a:r>
            <a:br>
              <a:rPr lang="sv-SE" dirty="0">
                <a:solidFill>
                  <a:srgbClr val="A0A0A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</a:br>
            <a:endParaRPr lang="sv-SE" dirty="0">
              <a:solidFill>
                <a:srgbClr val="A0A0A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0" indent="0">
              <a:buNone/>
            </a:pPr>
            <a:r>
              <a:rPr lang="sv-SE" dirty="0">
                <a:solidFill>
                  <a:srgbClr val="A0A0A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	</a:t>
            </a:r>
            <a:r>
              <a:rPr lang="sv-SE" i="1" dirty="0">
                <a:solidFill>
                  <a:srgbClr val="A0A0A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Tack för att ni lyssnade!</a:t>
            </a:r>
          </a:p>
        </p:txBody>
      </p:sp>
      <p:pic>
        <p:nvPicPr>
          <p:cNvPr id="5" name="Picture 4" descr="A qr code with dots&#10;&#10;AI-generated content may be incorrect.">
            <a:extLst>
              <a:ext uri="{FF2B5EF4-FFF2-40B4-BE49-F238E27FC236}">
                <a16:creationId xmlns:a16="http://schemas.microsoft.com/office/drawing/2014/main" id="{744870DD-DA39-C865-9E22-8E5DA94342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61344" y="4279816"/>
            <a:ext cx="2443271" cy="2443271"/>
          </a:xfrm>
          <a:prstGeom prst="rect">
            <a:avLst/>
          </a:prstGeom>
          <a:effectLst>
            <a:softEdge rad="50800"/>
          </a:effectLst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</p:pic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63DFD0BB-F27F-CEBB-9A50-223EC1C88054}"/>
              </a:ext>
            </a:extLst>
          </p:cNvPr>
          <p:cNvCxnSpPr>
            <a:cxnSpLocks/>
          </p:cNvCxnSpPr>
          <p:nvPr/>
        </p:nvCxnSpPr>
        <p:spPr>
          <a:xfrm>
            <a:off x="3578772" y="4372303"/>
            <a:ext cx="2722180" cy="131380"/>
          </a:xfrm>
          <a:prstGeom prst="straightConnector1">
            <a:avLst/>
          </a:prstGeom>
          <a:ln w="19050" cap="flat" cmpd="sng" algn="ctr">
            <a:solidFill>
              <a:srgbClr val="4EC9B0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817</TotalTime>
  <Words>592</Words>
  <Application>Microsoft Office PowerPoint</Application>
  <PresentationFormat>On-screen Show (4:3)</PresentationFormat>
  <Paragraphs>136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Arial</vt:lpstr>
      <vt:lpstr>Calibri</vt:lpstr>
      <vt:lpstr>Segoe UI</vt:lpstr>
      <vt:lpstr>Wingdings</vt:lpstr>
      <vt:lpstr>Office Theme</vt:lpstr>
      <vt:lpstr>Examensarbete Niklas Häll CLO24</vt:lpstr>
      <vt:lpstr>Huvudflöde</vt:lpstr>
      <vt:lpstr>Arbetsmetodik</vt:lpstr>
      <vt:lpstr>Projektstruktur</vt:lpstr>
      <vt:lpstr>Infrastruktur &amp; Deployment</vt:lpstr>
      <vt:lpstr>.NET Stack &amp; Testning</vt:lpstr>
      <vt:lpstr>Azure &amp; Cosmos DB</vt:lpstr>
      <vt:lpstr>Patterns and design choices</vt:lpstr>
      <vt:lpstr>Säkerhet</vt:lpstr>
      <vt:lpstr>Demo-översikt</vt:lpstr>
      <vt:lpstr>Lärdomar och vägen framåt</vt:lpstr>
      <vt:lpstr>Sammanfattning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Nik H</cp:lastModifiedBy>
  <cp:revision>105</cp:revision>
  <dcterms:created xsi:type="dcterms:W3CDTF">2013-01-27T09:14:16Z</dcterms:created>
  <dcterms:modified xsi:type="dcterms:W3CDTF">2025-12-11T20:47:29Z</dcterms:modified>
  <cp:category/>
</cp:coreProperties>
</file>